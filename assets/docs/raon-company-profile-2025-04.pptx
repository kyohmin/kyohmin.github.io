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3" r:id="rId2"/>
    <p:sldId id="259" r:id="rId3"/>
    <p:sldId id="306" r:id="rId4"/>
    <p:sldId id="336" r:id="rId5"/>
    <p:sldId id="332" r:id="rId6"/>
    <p:sldId id="337" r:id="rId7"/>
    <p:sldId id="333" r:id="rId8"/>
    <p:sldId id="335" r:id="rId9"/>
    <p:sldId id="305" r:id="rId10"/>
    <p:sldId id="329" r:id="rId11"/>
    <p:sldId id="307" r:id="rId12"/>
    <p:sldId id="321" r:id="rId13"/>
    <p:sldId id="322" r:id="rId14"/>
    <p:sldId id="325" r:id="rId15"/>
    <p:sldId id="324" r:id="rId16"/>
    <p:sldId id="323" r:id="rId17"/>
    <p:sldId id="330" r:id="rId18"/>
    <p:sldId id="334" r:id="rId19"/>
    <p:sldId id="338" r:id="rId20"/>
    <p:sldId id="320" r:id="rId21"/>
    <p:sldId id="326" r:id="rId22"/>
  </p:sldIdLst>
  <p:sldSz cx="9144000" cy="6858000" type="screen4x3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BB9"/>
    <a:srgbClr val="006600"/>
    <a:srgbClr val="006666"/>
    <a:srgbClr val="66FFFF"/>
    <a:srgbClr val="B9DE00"/>
    <a:srgbClr val="33CCCC"/>
    <a:srgbClr val="0000CC"/>
    <a:srgbClr val="0AA5C4"/>
    <a:srgbClr val="8789E3"/>
    <a:srgbClr val="131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9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-2358" y="-96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3154F4-95C5-4ADF-A63C-E80270A41316}" type="doc">
      <dgm:prSet loTypeId="urn:microsoft.com/office/officeart/2005/8/layout/list1" loCatId="list" qsTypeId="urn:microsoft.com/office/officeart/2005/8/quickstyle/3d2" qsCatId="3D" csTypeId="urn:microsoft.com/office/officeart/2005/8/colors/accent1_4" csCatId="accent1" phldr="1"/>
      <dgm:spPr/>
      <dgm:t>
        <a:bodyPr/>
        <a:lstStyle/>
        <a:p>
          <a:pPr latinLnBrk="1"/>
          <a:endParaRPr lang="ko-KR" altLang="en-US"/>
        </a:p>
      </dgm:t>
    </dgm:pt>
    <dgm:pt modelId="{8D4C71AE-AE16-49C8-953D-6EAAD6BF1E5E}">
      <dgm:prSet phldrT="[텍스트]"/>
      <dgm:spPr/>
      <dgm:t>
        <a:bodyPr/>
        <a:lstStyle/>
        <a:p>
          <a:pPr latinLnBrk="1"/>
          <a:r>
            <a:rPr lang="en-US" altLang="ko-KR" dirty="0"/>
            <a:t>1. </a:t>
          </a:r>
          <a:r>
            <a:rPr lang="ko-KR" altLang="en-US" dirty="0"/>
            <a:t>회사 개요</a:t>
          </a:r>
        </a:p>
      </dgm:t>
    </dgm:pt>
    <dgm:pt modelId="{40D306D8-BC3E-4735-BBD7-9EB9D5EE7960}" type="parTrans" cxnId="{88B7DD5A-CCAB-423D-9E7A-FA371E52B01D}">
      <dgm:prSet/>
      <dgm:spPr/>
      <dgm:t>
        <a:bodyPr/>
        <a:lstStyle/>
        <a:p>
          <a:pPr latinLnBrk="1"/>
          <a:endParaRPr lang="ko-KR" altLang="en-US"/>
        </a:p>
      </dgm:t>
    </dgm:pt>
    <dgm:pt modelId="{337182D0-C49D-4E1A-94A2-8BE9DAE9E6C8}" type="sibTrans" cxnId="{88B7DD5A-CCAB-423D-9E7A-FA371E52B01D}">
      <dgm:prSet/>
      <dgm:spPr/>
      <dgm:t>
        <a:bodyPr/>
        <a:lstStyle/>
        <a:p>
          <a:pPr latinLnBrk="1"/>
          <a:endParaRPr lang="ko-KR" altLang="en-US"/>
        </a:p>
      </dgm:t>
    </dgm:pt>
    <dgm:pt modelId="{850CC326-7D5E-4723-BACE-8712A1000EE1}">
      <dgm:prSet phldrT="[텍스트]"/>
      <dgm:spPr/>
      <dgm:t>
        <a:bodyPr/>
        <a:lstStyle/>
        <a:p>
          <a:pPr latinLnBrk="1"/>
          <a:r>
            <a:rPr lang="en-US" altLang="ko-KR" dirty="0"/>
            <a:t>2. </a:t>
          </a:r>
          <a:r>
            <a:rPr lang="ko-KR" altLang="en-US" dirty="0"/>
            <a:t>회 사 전 경</a:t>
          </a:r>
        </a:p>
      </dgm:t>
    </dgm:pt>
    <dgm:pt modelId="{FB6D0508-22A4-458E-9149-10878609466B}" type="parTrans" cxnId="{497AFD24-CD31-4A49-B5BA-A3FB4168FAF7}">
      <dgm:prSet/>
      <dgm:spPr/>
      <dgm:t>
        <a:bodyPr/>
        <a:lstStyle/>
        <a:p>
          <a:pPr latinLnBrk="1"/>
          <a:endParaRPr lang="ko-KR" altLang="en-US"/>
        </a:p>
      </dgm:t>
    </dgm:pt>
    <dgm:pt modelId="{2A76DA0C-13AC-4813-935D-647AAF9B5B47}" type="sibTrans" cxnId="{497AFD24-CD31-4A49-B5BA-A3FB4168FAF7}">
      <dgm:prSet/>
      <dgm:spPr/>
      <dgm:t>
        <a:bodyPr/>
        <a:lstStyle/>
        <a:p>
          <a:pPr latinLnBrk="1"/>
          <a:endParaRPr lang="ko-KR" altLang="en-US"/>
        </a:p>
      </dgm:t>
    </dgm:pt>
    <dgm:pt modelId="{F4215C87-918F-452B-A1DE-FA84B38ADA9B}">
      <dgm:prSet phldrT="[텍스트]"/>
      <dgm:spPr/>
      <dgm:t>
        <a:bodyPr/>
        <a:lstStyle/>
        <a:p>
          <a:pPr latinLnBrk="1"/>
          <a:r>
            <a:rPr lang="en-US" altLang="ko-KR" dirty="0"/>
            <a:t>3. </a:t>
          </a:r>
          <a:r>
            <a:rPr lang="ko-KR" altLang="en-US" dirty="0"/>
            <a:t>측정기 보유현황</a:t>
          </a:r>
        </a:p>
      </dgm:t>
    </dgm:pt>
    <dgm:pt modelId="{4F0F9376-D2DC-48EC-B248-A43629FA8498}" type="parTrans" cxnId="{B6D46FF0-A65E-43C1-8412-69095C1CACFC}">
      <dgm:prSet/>
      <dgm:spPr/>
      <dgm:t>
        <a:bodyPr/>
        <a:lstStyle/>
        <a:p>
          <a:pPr latinLnBrk="1"/>
          <a:endParaRPr lang="ko-KR" altLang="en-US"/>
        </a:p>
      </dgm:t>
    </dgm:pt>
    <dgm:pt modelId="{AA85458C-0018-4876-B258-B7AE3004B22C}" type="sibTrans" cxnId="{B6D46FF0-A65E-43C1-8412-69095C1CACFC}">
      <dgm:prSet/>
      <dgm:spPr/>
      <dgm:t>
        <a:bodyPr/>
        <a:lstStyle/>
        <a:p>
          <a:pPr latinLnBrk="1"/>
          <a:endParaRPr lang="ko-KR" altLang="en-US"/>
        </a:p>
      </dgm:t>
    </dgm:pt>
    <dgm:pt modelId="{AFEB0FFA-6F6F-473D-AE2C-D68A9546B83E}">
      <dgm:prSet phldrT="[텍스트]"/>
      <dgm:spPr/>
      <dgm:t>
        <a:bodyPr/>
        <a:lstStyle/>
        <a:p>
          <a:pPr latinLnBrk="1"/>
          <a:r>
            <a:rPr lang="en-US" altLang="ko-KR" dirty="0"/>
            <a:t>4. </a:t>
          </a:r>
          <a:r>
            <a:rPr lang="ko-KR" altLang="en-US" dirty="0"/>
            <a:t>조  직  도</a:t>
          </a:r>
        </a:p>
      </dgm:t>
    </dgm:pt>
    <dgm:pt modelId="{7A1C42CE-38C7-42CA-B676-BE5917C2282B}" type="parTrans" cxnId="{02D3B4F5-A581-4E0D-8836-1E08B3A3BDC3}">
      <dgm:prSet/>
      <dgm:spPr/>
      <dgm:t>
        <a:bodyPr/>
        <a:lstStyle/>
        <a:p>
          <a:pPr latinLnBrk="1"/>
          <a:endParaRPr lang="ko-KR" altLang="en-US"/>
        </a:p>
      </dgm:t>
    </dgm:pt>
    <dgm:pt modelId="{B063721F-58B4-437B-AD2A-7A8A94C6086A}" type="sibTrans" cxnId="{02D3B4F5-A581-4E0D-8836-1E08B3A3BDC3}">
      <dgm:prSet/>
      <dgm:spPr/>
      <dgm:t>
        <a:bodyPr/>
        <a:lstStyle/>
        <a:p>
          <a:pPr latinLnBrk="1"/>
          <a:endParaRPr lang="ko-KR" altLang="en-US"/>
        </a:p>
      </dgm:t>
    </dgm:pt>
    <dgm:pt modelId="{7007958C-1A06-4F56-A304-7F4C04D45A2F}">
      <dgm:prSet phldrT="[텍스트]"/>
      <dgm:spPr/>
      <dgm:t>
        <a:bodyPr/>
        <a:lstStyle/>
        <a:p>
          <a:pPr latinLnBrk="1"/>
          <a:r>
            <a:rPr lang="en-US" altLang="ko-KR" dirty="0"/>
            <a:t>5. </a:t>
          </a:r>
          <a:r>
            <a:rPr lang="ko-KR" altLang="en-US" dirty="0"/>
            <a:t>설비 보유현황</a:t>
          </a:r>
        </a:p>
      </dgm:t>
    </dgm:pt>
    <dgm:pt modelId="{8FF9CC2D-912F-4EA5-BF4E-1C20ACC20E9F}" type="parTrans" cxnId="{9121AAC6-172D-41FC-8511-6113F75D2185}">
      <dgm:prSet/>
      <dgm:spPr/>
      <dgm:t>
        <a:bodyPr/>
        <a:lstStyle/>
        <a:p>
          <a:pPr latinLnBrk="1"/>
          <a:endParaRPr lang="ko-KR" altLang="en-US"/>
        </a:p>
      </dgm:t>
    </dgm:pt>
    <dgm:pt modelId="{5499EEE7-A581-46C2-A5A6-AFCBB8FA018C}" type="sibTrans" cxnId="{9121AAC6-172D-41FC-8511-6113F75D2185}">
      <dgm:prSet/>
      <dgm:spPr/>
      <dgm:t>
        <a:bodyPr/>
        <a:lstStyle/>
        <a:p>
          <a:pPr latinLnBrk="1"/>
          <a:endParaRPr lang="ko-KR" altLang="en-US"/>
        </a:p>
      </dgm:t>
    </dgm:pt>
    <dgm:pt modelId="{08204520-FEFF-4C0D-8C98-28BB3860B709}">
      <dgm:prSet phldrT="[텍스트]"/>
      <dgm:spPr/>
      <dgm:t>
        <a:bodyPr/>
        <a:lstStyle/>
        <a:p>
          <a:pPr latinLnBrk="1"/>
          <a:r>
            <a:rPr lang="ko-KR" altLang="en-US" dirty="0"/>
            <a:t>약도</a:t>
          </a:r>
        </a:p>
      </dgm:t>
    </dgm:pt>
    <dgm:pt modelId="{81579450-B219-414A-AEE0-484667F3214F}" type="parTrans" cxnId="{983D2CBE-073C-4DFA-B7C5-7110CEB4F14C}">
      <dgm:prSet/>
      <dgm:spPr/>
      <dgm:t>
        <a:bodyPr/>
        <a:lstStyle/>
        <a:p>
          <a:pPr latinLnBrk="1"/>
          <a:endParaRPr lang="ko-KR" altLang="en-US"/>
        </a:p>
      </dgm:t>
    </dgm:pt>
    <dgm:pt modelId="{7E2C248B-B042-40FA-9FCB-566074DA31CC}" type="sibTrans" cxnId="{983D2CBE-073C-4DFA-B7C5-7110CEB4F14C}">
      <dgm:prSet/>
      <dgm:spPr/>
      <dgm:t>
        <a:bodyPr/>
        <a:lstStyle/>
        <a:p>
          <a:pPr latinLnBrk="1"/>
          <a:endParaRPr lang="ko-KR" altLang="en-US"/>
        </a:p>
      </dgm:t>
    </dgm:pt>
    <dgm:pt modelId="{C61EDEC6-1AB5-4898-A7AB-6AA3F11F5F14}" type="pres">
      <dgm:prSet presAssocID="{B63154F4-95C5-4ADF-A63C-E80270A41316}" presName="linear" presStyleCnt="0">
        <dgm:presLayoutVars>
          <dgm:dir/>
          <dgm:animLvl val="lvl"/>
          <dgm:resizeHandles val="exact"/>
        </dgm:presLayoutVars>
      </dgm:prSet>
      <dgm:spPr/>
    </dgm:pt>
    <dgm:pt modelId="{306E8623-8FB7-41EA-A676-0F4EC5F96A64}" type="pres">
      <dgm:prSet presAssocID="{8D4C71AE-AE16-49C8-953D-6EAAD6BF1E5E}" presName="parentLin" presStyleCnt="0"/>
      <dgm:spPr/>
    </dgm:pt>
    <dgm:pt modelId="{9335135A-BE23-4F36-B20A-A6D3BE96E6BA}" type="pres">
      <dgm:prSet presAssocID="{8D4C71AE-AE16-49C8-953D-6EAAD6BF1E5E}" presName="parentLeftMargin" presStyleLbl="node1" presStyleIdx="0" presStyleCnt="6"/>
      <dgm:spPr/>
    </dgm:pt>
    <dgm:pt modelId="{F45C058B-DBAB-4FE2-9A28-3214586D72BA}" type="pres">
      <dgm:prSet presAssocID="{8D4C71AE-AE16-49C8-953D-6EAAD6BF1E5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64EDFD9-94D7-49CE-A2CD-E10D92E0C278}" type="pres">
      <dgm:prSet presAssocID="{8D4C71AE-AE16-49C8-953D-6EAAD6BF1E5E}" presName="negativeSpace" presStyleCnt="0"/>
      <dgm:spPr/>
    </dgm:pt>
    <dgm:pt modelId="{C755E718-B22A-4FEF-8B6B-846CD675FF7B}" type="pres">
      <dgm:prSet presAssocID="{8D4C71AE-AE16-49C8-953D-6EAAD6BF1E5E}" presName="childText" presStyleLbl="conFgAcc1" presStyleIdx="0" presStyleCnt="6">
        <dgm:presLayoutVars>
          <dgm:bulletEnabled val="1"/>
        </dgm:presLayoutVars>
      </dgm:prSet>
      <dgm:spPr/>
    </dgm:pt>
    <dgm:pt modelId="{5D68E68F-0620-4C1B-9A65-28F75724990D}" type="pres">
      <dgm:prSet presAssocID="{337182D0-C49D-4E1A-94A2-8BE9DAE9E6C8}" presName="spaceBetweenRectangles" presStyleCnt="0"/>
      <dgm:spPr/>
    </dgm:pt>
    <dgm:pt modelId="{403E867E-22CF-47B1-9572-CBFC46579DA8}" type="pres">
      <dgm:prSet presAssocID="{850CC326-7D5E-4723-BACE-8712A1000EE1}" presName="parentLin" presStyleCnt="0"/>
      <dgm:spPr/>
    </dgm:pt>
    <dgm:pt modelId="{EEFD98E7-5BEF-411B-9921-960D01F31A1B}" type="pres">
      <dgm:prSet presAssocID="{850CC326-7D5E-4723-BACE-8712A1000EE1}" presName="parentLeftMargin" presStyleLbl="node1" presStyleIdx="0" presStyleCnt="6"/>
      <dgm:spPr/>
    </dgm:pt>
    <dgm:pt modelId="{ADC8563F-2211-4608-867B-E0DF9A9BDF62}" type="pres">
      <dgm:prSet presAssocID="{850CC326-7D5E-4723-BACE-8712A1000EE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0C65587-92D2-4D9C-B31D-B8A524173F73}" type="pres">
      <dgm:prSet presAssocID="{850CC326-7D5E-4723-BACE-8712A1000EE1}" presName="negativeSpace" presStyleCnt="0"/>
      <dgm:spPr/>
    </dgm:pt>
    <dgm:pt modelId="{95F49FA6-8ED2-4B81-9903-9C67DAF678A4}" type="pres">
      <dgm:prSet presAssocID="{850CC326-7D5E-4723-BACE-8712A1000EE1}" presName="childText" presStyleLbl="conFgAcc1" presStyleIdx="1" presStyleCnt="6">
        <dgm:presLayoutVars>
          <dgm:bulletEnabled val="1"/>
        </dgm:presLayoutVars>
      </dgm:prSet>
      <dgm:spPr/>
    </dgm:pt>
    <dgm:pt modelId="{4FEFEF19-1AB7-47A5-9F6D-AC40C6120A0B}" type="pres">
      <dgm:prSet presAssocID="{2A76DA0C-13AC-4813-935D-647AAF9B5B47}" presName="spaceBetweenRectangles" presStyleCnt="0"/>
      <dgm:spPr/>
    </dgm:pt>
    <dgm:pt modelId="{A85AB0B1-B205-4BE3-AE02-2637B4D45957}" type="pres">
      <dgm:prSet presAssocID="{F4215C87-918F-452B-A1DE-FA84B38ADA9B}" presName="parentLin" presStyleCnt="0"/>
      <dgm:spPr/>
    </dgm:pt>
    <dgm:pt modelId="{B047E603-AE9D-486F-8E80-912DCBB33352}" type="pres">
      <dgm:prSet presAssocID="{F4215C87-918F-452B-A1DE-FA84B38ADA9B}" presName="parentLeftMargin" presStyleLbl="node1" presStyleIdx="1" presStyleCnt="6"/>
      <dgm:spPr/>
    </dgm:pt>
    <dgm:pt modelId="{1C0BB4D6-AE91-4337-B815-C3DB4D7BDA40}" type="pres">
      <dgm:prSet presAssocID="{F4215C87-918F-452B-A1DE-FA84B38ADA9B}" presName="parentText" presStyleLbl="node1" presStyleIdx="2" presStyleCnt="6" custLinFactNeighborX="800" custLinFactNeighborY="2635">
        <dgm:presLayoutVars>
          <dgm:chMax val="0"/>
          <dgm:bulletEnabled val="1"/>
        </dgm:presLayoutVars>
      </dgm:prSet>
      <dgm:spPr/>
    </dgm:pt>
    <dgm:pt modelId="{C0C85382-7E92-4C7D-8905-A14B99B2F804}" type="pres">
      <dgm:prSet presAssocID="{F4215C87-918F-452B-A1DE-FA84B38ADA9B}" presName="negativeSpace" presStyleCnt="0"/>
      <dgm:spPr/>
    </dgm:pt>
    <dgm:pt modelId="{A568C23E-6659-4D54-99BF-76C614AE08AC}" type="pres">
      <dgm:prSet presAssocID="{F4215C87-918F-452B-A1DE-FA84B38ADA9B}" presName="childText" presStyleLbl="conFgAcc1" presStyleIdx="2" presStyleCnt="6">
        <dgm:presLayoutVars>
          <dgm:bulletEnabled val="1"/>
        </dgm:presLayoutVars>
      </dgm:prSet>
      <dgm:spPr/>
    </dgm:pt>
    <dgm:pt modelId="{BA3DE777-592A-4E3A-BAFF-92FA625087FF}" type="pres">
      <dgm:prSet presAssocID="{AA85458C-0018-4876-B258-B7AE3004B22C}" presName="spaceBetweenRectangles" presStyleCnt="0"/>
      <dgm:spPr/>
    </dgm:pt>
    <dgm:pt modelId="{538EF3E9-FEC3-4911-BB25-F3B32CEF5FCF}" type="pres">
      <dgm:prSet presAssocID="{AFEB0FFA-6F6F-473D-AE2C-D68A9546B83E}" presName="parentLin" presStyleCnt="0"/>
      <dgm:spPr/>
    </dgm:pt>
    <dgm:pt modelId="{B81FE48E-D6D4-451D-BED5-987CDF1F8F06}" type="pres">
      <dgm:prSet presAssocID="{AFEB0FFA-6F6F-473D-AE2C-D68A9546B83E}" presName="parentLeftMargin" presStyleLbl="node1" presStyleIdx="2" presStyleCnt="6"/>
      <dgm:spPr/>
    </dgm:pt>
    <dgm:pt modelId="{25DC6C3A-7CB5-4492-8EE4-D910564668F1}" type="pres">
      <dgm:prSet presAssocID="{AFEB0FFA-6F6F-473D-AE2C-D68A9546B83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C92B14C-F84A-49D4-8E11-E56C71EE3063}" type="pres">
      <dgm:prSet presAssocID="{AFEB0FFA-6F6F-473D-AE2C-D68A9546B83E}" presName="negativeSpace" presStyleCnt="0"/>
      <dgm:spPr/>
    </dgm:pt>
    <dgm:pt modelId="{D9FF0B09-9C46-40F3-B122-D9B7FB770BEB}" type="pres">
      <dgm:prSet presAssocID="{AFEB0FFA-6F6F-473D-AE2C-D68A9546B83E}" presName="childText" presStyleLbl="conFgAcc1" presStyleIdx="3" presStyleCnt="6">
        <dgm:presLayoutVars>
          <dgm:bulletEnabled val="1"/>
        </dgm:presLayoutVars>
      </dgm:prSet>
      <dgm:spPr/>
    </dgm:pt>
    <dgm:pt modelId="{3CCE08DB-A69B-4866-82AC-C88E8657BEB9}" type="pres">
      <dgm:prSet presAssocID="{B063721F-58B4-437B-AD2A-7A8A94C6086A}" presName="spaceBetweenRectangles" presStyleCnt="0"/>
      <dgm:spPr/>
    </dgm:pt>
    <dgm:pt modelId="{A5955D03-14E0-4A5A-9724-8A1A9A4B6295}" type="pres">
      <dgm:prSet presAssocID="{7007958C-1A06-4F56-A304-7F4C04D45A2F}" presName="parentLin" presStyleCnt="0"/>
      <dgm:spPr/>
    </dgm:pt>
    <dgm:pt modelId="{CE90AA0D-4943-4DA7-89FC-D12AB0A0E2F2}" type="pres">
      <dgm:prSet presAssocID="{7007958C-1A06-4F56-A304-7F4C04D45A2F}" presName="parentLeftMargin" presStyleLbl="node1" presStyleIdx="3" presStyleCnt="6"/>
      <dgm:spPr/>
    </dgm:pt>
    <dgm:pt modelId="{96A245DA-13D8-46E7-A7F7-51E7065A29DB}" type="pres">
      <dgm:prSet presAssocID="{7007958C-1A06-4F56-A304-7F4C04D45A2F}" presName="parentText" presStyleLbl="node1" presStyleIdx="4" presStyleCnt="6" custLinFactNeighborX="800" custLinFactNeighborY="4296">
        <dgm:presLayoutVars>
          <dgm:chMax val="0"/>
          <dgm:bulletEnabled val="1"/>
        </dgm:presLayoutVars>
      </dgm:prSet>
      <dgm:spPr/>
    </dgm:pt>
    <dgm:pt modelId="{7236E755-3FAD-4F71-84A1-0B68EC7F50FD}" type="pres">
      <dgm:prSet presAssocID="{7007958C-1A06-4F56-A304-7F4C04D45A2F}" presName="negativeSpace" presStyleCnt="0"/>
      <dgm:spPr/>
    </dgm:pt>
    <dgm:pt modelId="{A132A7E9-6751-4AF2-BE85-71207DDD4ACB}" type="pres">
      <dgm:prSet presAssocID="{7007958C-1A06-4F56-A304-7F4C04D45A2F}" presName="childText" presStyleLbl="conFgAcc1" presStyleIdx="4" presStyleCnt="6">
        <dgm:presLayoutVars>
          <dgm:bulletEnabled val="1"/>
        </dgm:presLayoutVars>
      </dgm:prSet>
      <dgm:spPr/>
    </dgm:pt>
    <dgm:pt modelId="{D5E2CB1D-B353-4968-A354-0B2750EC6ECF}" type="pres">
      <dgm:prSet presAssocID="{5499EEE7-A581-46C2-A5A6-AFCBB8FA018C}" presName="spaceBetweenRectangles" presStyleCnt="0"/>
      <dgm:spPr/>
    </dgm:pt>
    <dgm:pt modelId="{4F047CDB-166C-44A8-938D-8125BB718690}" type="pres">
      <dgm:prSet presAssocID="{08204520-FEFF-4C0D-8C98-28BB3860B709}" presName="parentLin" presStyleCnt="0"/>
      <dgm:spPr/>
    </dgm:pt>
    <dgm:pt modelId="{96AFFA37-ECF0-47AD-9FE5-FEE3668D85D6}" type="pres">
      <dgm:prSet presAssocID="{08204520-FEFF-4C0D-8C98-28BB3860B709}" presName="parentLeftMargin" presStyleLbl="node1" presStyleIdx="4" presStyleCnt="6"/>
      <dgm:spPr/>
    </dgm:pt>
    <dgm:pt modelId="{21089533-2309-4ED9-97BD-DB73DB5D7ED9}" type="pres">
      <dgm:prSet presAssocID="{08204520-FEFF-4C0D-8C98-28BB3860B70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E7EF5CD-F46F-443F-8C7A-5D1520A929FC}" type="pres">
      <dgm:prSet presAssocID="{08204520-FEFF-4C0D-8C98-28BB3860B709}" presName="negativeSpace" presStyleCnt="0"/>
      <dgm:spPr/>
    </dgm:pt>
    <dgm:pt modelId="{03F6B26F-F137-4688-9763-7ED38CCB97C6}" type="pres">
      <dgm:prSet presAssocID="{08204520-FEFF-4C0D-8C98-28BB3860B70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4F660A-138F-40F0-A9F3-8F5B07D68792}" type="presOf" srcId="{AFEB0FFA-6F6F-473D-AE2C-D68A9546B83E}" destId="{B81FE48E-D6D4-451D-BED5-987CDF1F8F06}" srcOrd="0" destOrd="0" presId="urn:microsoft.com/office/officeart/2005/8/layout/list1"/>
    <dgm:cxn modelId="{07CA8513-3D24-488F-98DA-FC48BF20B1DD}" type="presOf" srcId="{8D4C71AE-AE16-49C8-953D-6EAAD6BF1E5E}" destId="{9335135A-BE23-4F36-B20A-A6D3BE96E6BA}" srcOrd="0" destOrd="0" presId="urn:microsoft.com/office/officeart/2005/8/layout/list1"/>
    <dgm:cxn modelId="{07A4BE1E-DC9A-4A54-A6E2-03803E2F8F74}" type="presOf" srcId="{08204520-FEFF-4C0D-8C98-28BB3860B709}" destId="{96AFFA37-ECF0-47AD-9FE5-FEE3668D85D6}" srcOrd="0" destOrd="0" presId="urn:microsoft.com/office/officeart/2005/8/layout/list1"/>
    <dgm:cxn modelId="{497AFD24-CD31-4A49-B5BA-A3FB4168FAF7}" srcId="{B63154F4-95C5-4ADF-A63C-E80270A41316}" destId="{850CC326-7D5E-4723-BACE-8712A1000EE1}" srcOrd="1" destOrd="0" parTransId="{FB6D0508-22A4-458E-9149-10878609466B}" sibTransId="{2A76DA0C-13AC-4813-935D-647AAF9B5B47}"/>
    <dgm:cxn modelId="{B6A7EB3F-35A6-4BFB-87D7-7A490602DB7E}" type="presOf" srcId="{B63154F4-95C5-4ADF-A63C-E80270A41316}" destId="{C61EDEC6-1AB5-4898-A7AB-6AA3F11F5F14}" srcOrd="0" destOrd="0" presId="urn:microsoft.com/office/officeart/2005/8/layout/list1"/>
    <dgm:cxn modelId="{44056850-8334-4E7B-A8ED-84B52DACC6B5}" type="presOf" srcId="{7007958C-1A06-4F56-A304-7F4C04D45A2F}" destId="{CE90AA0D-4943-4DA7-89FC-D12AB0A0E2F2}" srcOrd="0" destOrd="0" presId="urn:microsoft.com/office/officeart/2005/8/layout/list1"/>
    <dgm:cxn modelId="{88B7DD5A-CCAB-423D-9E7A-FA371E52B01D}" srcId="{B63154F4-95C5-4ADF-A63C-E80270A41316}" destId="{8D4C71AE-AE16-49C8-953D-6EAAD6BF1E5E}" srcOrd="0" destOrd="0" parTransId="{40D306D8-BC3E-4735-BBD7-9EB9D5EE7960}" sibTransId="{337182D0-C49D-4E1A-94A2-8BE9DAE9E6C8}"/>
    <dgm:cxn modelId="{F06A898E-630A-4C2F-B311-1DD01252DECD}" type="presOf" srcId="{7007958C-1A06-4F56-A304-7F4C04D45A2F}" destId="{96A245DA-13D8-46E7-A7F7-51E7065A29DB}" srcOrd="1" destOrd="0" presId="urn:microsoft.com/office/officeart/2005/8/layout/list1"/>
    <dgm:cxn modelId="{610A9D9D-C4D9-4B68-B1E2-6C8179EE305B}" type="presOf" srcId="{850CC326-7D5E-4723-BACE-8712A1000EE1}" destId="{EEFD98E7-5BEF-411B-9921-960D01F31A1B}" srcOrd="0" destOrd="0" presId="urn:microsoft.com/office/officeart/2005/8/layout/list1"/>
    <dgm:cxn modelId="{4D9BE6AC-6913-4502-BBD3-89F9DE090698}" type="presOf" srcId="{F4215C87-918F-452B-A1DE-FA84B38ADA9B}" destId="{B047E603-AE9D-486F-8E80-912DCBB33352}" srcOrd="0" destOrd="0" presId="urn:microsoft.com/office/officeart/2005/8/layout/list1"/>
    <dgm:cxn modelId="{983D2CBE-073C-4DFA-B7C5-7110CEB4F14C}" srcId="{B63154F4-95C5-4ADF-A63C-E80270A41316}" destId="{08204520-FEFF-4C0D-8C98-28BB3860B709}" srcOrd="5" destOrd="0" parTransId="{81579450-B219-414A-AEE0-484667F3214F}" sibTransId="{7E2C248B-B042-40FA-9FCB-566074DA31CC}"/>
    <dgm:cxn modelId="{9121AAC6-172D-41FC-8511-6113F75D2185}" srcId="{B63154F4-95C5-4ADF-A63C-E80270A41316}" destId="{7007958C-1A06-4F56-A304-7F4C04D45A2F}" srcOrd="4" destOrd="0" parTransId="{8FF9CC2D-912F-4EA5-BF4E-1C20ACC20E9F}" sibTransId="{5499EEE7-A581-46C2-A5A6-AFCBB8FA018C}"/>
    <dgm:cxn modelId="{E809F2DF-FB98-4188-85B5-D2B9B6AA5449}" type="presOf" srcId="{8D4C71AE-AE16-49C8-953D-6EAAD6BF1E5E}" destId="{F45C058B-DBAB-4FE2-9A28-3214586D72BA}" srcOrd="1" destOrd="0" presId="urn:microsoft.com/office/officeart/2005/8/layout/list1"/>
    <dgm:cxn modelId="{D1457EE5-A824-4CC2-A7F0-33512935CEB7}" type="presOf" srcId="{08204520-FEFF-4C0D-8C98-28BB3860B709}" destId="{21089533-2309-4ED9-97BD-DB73DB5D7ED9}" srcOrd="1" destOrd="0" presId="urn:microsoft.com/office/officeart/2005/8/layout/list1"/>
    <dgm:cxn modelId="{04EBBAEF-96F0-46C8-A5EA-6774D1DE31EC}" type="presOf" srcId="{AFEB0FFA-6F6F-473D-AE2C-D68A9546B83E}" destId="{25DC6C3A-7CB5-4492-8EE4-D910564668F1}" srcOrd="1" destOrd="0" presId="urn:microsoft.com/office/officeart/2005/8/layout/list1"/>
    <dgm:cxn modelId="{B6D46FF0-A65E-43C1-8412-69095C1CACFC}" srcId="{B63154F4-95C5-4ADF-A63C-E80270A41316}" destId="{F4215C87-918F-452B-A1DE-FA84B38ADA9B}" srcOrd="2" destOrd="0" parTransId="{4F0F9376-D2DC-48EC-B248-A43629FA8498}" sibTransId="{AA85458C-0018-4876-B258-B7AE3004B22C}"/>
    <dgm:cxn modelId="{D40E77F2-E8CF-444F-A0C7-B33C422D56FA}" type="presOf" srcId="{F4215C87-918F-452B-A1DE-FA84B38ADA9B}" destId="{1C0BB4D6-AE91-4337-B815-C3DB4D7BDA40}" srcOrd="1" destOrd="0" presId="urn:microsoft.com/office/officeart/2005/8/layout/list1"/>
    <dgm:cxn modelId="{02D3B4F5-A581-4E0D-8836-1E08B3A3BDC3}" srcId="{B63154F4-95C5-4ADF-A63C-E80270A41316}" destId="{AFEB0FFA-6F6F-473D-AE2C-D68A9546B83E}" srcOrd="3" destOrd="0" parTransId="{7A1C42CE-38C7-42CA-B676-BE5917C2282B}" sibTransId="{B063721F-58B4-437B-AD2A-7A8A94C6086A}"/>
    <dgm:cxn modelId="{5DBFB7F8-B7E8-426F-9351-492CC21BA754}" type="presOf" srcId="{850CC326-7D5E-4723-BACE-8712A1000EE1}" destId="{ADC8563F-2211-4608-867B-E0DF9A9BDF62}" srcOrd="1" destOrd="0" presId="urn:microsoft.com/office/officeart/2005/8/layout/list1"/>
    <dgm:cxn modelId="{3A166312-AF11-40DE-A380-19E31EBA166C}" type="presParOf" srcId="{C61EDEC6-1AB5-4898-A7AB-6AA3F11F5F14}" destId="{306E8623-8FB7-41EA-A676-0F4EC5F96A64}" srcOrd="0" destOrd="0" presId="urn:microsoft.com/office/officeart/2005/8/layout/list1"/>
    <dgm:cxn modelId="{7090F41A-33BA-404A-AE9D-660A83A8EDE4}" type="presParOf" srcId="{306E8623-8FB7-41EA-A676-0F4EC5F96A64}" destId="{9335135A-BE23-4F36-B20A-A6D3BE96E6BA}" srcOrd="0" destOrd="0" presId="urn:microsoft.com/office/officeart/2005/8/layout/list1"/>
    <dgm:cxn modelId="{C153011B-CB99-4712-B43A-D2A1FCD780F6}" type="presParOf" srcId="{306E8623-8FB7-41EA-A676-0F4EC5F96A64}" destId="{F45C058B-DBAB-4FE2-9A28-3214586D72BA}" srcOrd="1" destOrd="0" presId="urn:microsoft.com/office/officeart/2005/8/layout/list1"/>
    <dgm:cxn modelId="{E3907B6A-2DD4-4777-A381-4C5749C73313}" type="presParOf" srcId="{C61EDEC6-1AB5-4898-A7AB-6AA3F11F5F14}" destId="{264EDFD9-94D7-49CE-A2CD-E10D92E0C278}" srcOrd="1" destOrd="0" presId="urn:microsoft.com/office/officeart/2005/8/layout/list1"/>
    <dgm:cxn modelId="{2B544F3A-274A-4B48-BC1B-88909CCCB11A}" type="presParOf" srcId="{C61EDEC6-1AB5-4898-A7AB-6AA3F11F5F14}" destId="{C755E718-B22A-4FEF-8B6B-846CD675FF7B}" srcOrd="2" destOrd="0" presId="urn:microsoft.com/office/officeart/2005/8/layout/list1"/>
    <dgm:cxn modelId="{370C158C-8514-433A-9064-F2445FB05703}" type="presParOf" srcId="{C61EDEC6-1AB5-4898-A7AB-6AA3F11F5F14}" destId="{5D68E68F-0620-4C1B-9A65-28F75724990D}" srcOrd="3" destOrd="0" presId="urn:microsoft.com/office/officeart/2005/8/layout/list1"/>
    <dgm:cxn modelId="{14C1A99D-9A36-4E9F-8095-B77D7699796E}" type="presParOf" srcId="{C61EDEC6-1AB5-4898-A7AB-6AA3F11F5F14}" destId="{403E867E-22CF-47B1-9572-CBFC46579DA8}" srcOrd="4" destOrd="0" presId="urn:microsoft.com/office/officeart/2005/8/layout/list1"/>
    <dgm:cxn modelId="{4276AF5F-1605-469A-ABAE-FB74E5A321F1}" type="presParOf" srcId="{403E867E-22CF-47B1-9572-CBFC46579DA8}" destId="{EEFD98E7-5BEF-411B-9921-960D01F31A1B}" srcOrd="0" destOrd="0" presId="urn:microsoft.com/office/officeart/2005/8/layout/list1"/>
    <dgm:cxn modelId="{04CBFA5B-056F-4729-8A04-E9E28A4744BC}" type="presParOf" srcId="{403E867E-22CF-47B1-9572-CBFC46579DA8}" destId="{ADC8563F-2211-4608-867B-E0DF9A9BDF62}" srcOrd="1" destOrd="0" presId="urn:microsoft.com/office/officeart/2005/8/layout/list1"/>
    <dgm:cxn modelId="{9B5ACA50-AC4A-423E-A07B-0C475E63E542}" type="presParOf" srcId="{C61EDEC6-1AB5-4898-A7AB-6AA3F11F5F14}" destId="{D0C65587-92D2-4D9C-B31D-B8A524173F73}" srcOrd="5" destOrd="0" presId="urn:microsoft.com/office/officeart/2005/8/layout/list1"/>
    <dgm:cxn modelId="{7CB9BEE0-DBA5-4063-BD55-C9C4EBE999C0}" type="presParOf" srcId="{C61EDEC6-1AB5-4898-A7AB-6AA3F11F5F14}" destId="{95F49FA6-8ED2-4B81-9903-9C67DAF678A4}" srcOrd="6" destOrd="0" presId="urn:microsoft.com/office/officeart/2005/8/layout/list1"/>
    <dgm:cxn modelId="{4EC5120E-8DAB-4EDF-8B5F-23898A5D7028}" type="presParOf" srcId="{C61EDEC6-1AB5-4898-A7AB-6AA3F11F5F14}" destId="{4FEFEF19-1AB7-47A5-9F6D-AC40C6120A0B}" srcOrd="7" destOrd="0" presId="urn:microsoft.com/office/officeart/2005/8/layout/list1"/>
    <dgm:cxn modelId="{1FB8E18C-A9DC-4988-9E5B-339C27321D51}" type="presParOf" srcId="{C61EDEC6-1AB5-4898-A7AB-6AA3F11F5F14}" destId="{A85AB0B1-B205-4BE3-AE02-2637B4D45957}" srcOrd="8" destOrd="0" presId="urn:microsoft.com/office/officeart/2005/8/layout/list1"/>
    <dgm:cxn modelId="{7E1ACFBA-6DA0-4A57-B0F6-B6816B0E7F50}" type="presParOf" srcId="{A85AB0B1-B205-4BE3-AE02-2637B4D45957}" destId="{B047E603-AE9D-486F-8E80-912DCBB33352}" srcOrd="0" destOrd="0" presId="urn:microsoft.com/office/officeart/2005/8/layout/list1"/>
    <dgm:cxn modelId="{5D84B250-A822-4FEC-86B8-493626F06539}" type="presParOf" srcId="{A85AB0B1-B205-4BE3-AE02-2637B4D45957}" destId="{1C0BB4D6-AE91-4337-B815-C3DB4D7BDA40}" srcOrd="1" destOrd="0" presId="urn:microsoft.com/office/officeart/2005/8/layout/list1"/>
    <dgm:cxn modelId="{9C24E5DB-A5C0-4F3C-B142-883A2AAB3257}" type="presParOf" srcId="{C61EDEC6-1AB5-4898-A7AB-6AA3F11F5F14}" destId="{C0C85382-7E92-4C7D-8905-A14B99B2F804}" srcOrd="9" destOrd="0" presId="urn:microsoft.com/office/officeart/2005/8/layout/list1"/>
    <dgm:cxn modelId="{495A6181-640E-4160-ACD0-65F5B8467840}" type="presParOf" srcId="{C61EDEC6-1AB5-4898-A7AB-6AA3F11F5F14}" destId="{A568C23E-6659-4D54-99BF-76C614AE08AC}" srcOrd="10" destOrd="0" presId="urn:microsoft.com/office/officeart/2005/8/layout/list1"/>
    <dgm:cxn modelId="{3106A13B-3F9A-4F2A-9703-49352ED9EF08}" type="presParOf" srcId="{C61EDEC6-1AB5-4898-A7AB-6AA3F11F5F14}" destId="{BA3DE777-592A-4E3A-BAFF-92FA625087FF}" srcOrd="11" destOrd="0" presId="urn:microsoft.com/office/officeart/2005/8/layout/list1"/>
    <dgm:cxn modelId="{497F6A76-3762-4800-A40B-235EA29B48FA}" type="presParOf" srcId="{C61EDEC6-1AB5-4898-A7AB-6AA3F11F5F14}" destId="{538EF3E9-FEC3-4911-BB25-F3B32CEF5FCF}" srcOrd="12" destOrd="0" presId="urn:microsoft.com/office/officeart/2005/8/layout/list1"/>
    <dgm:cxn modelId="{3B9055FA-5539-4D0A-92EB-366638BC4C89}" type="presParOf" srcId="{538EF3E9-FEC3-4911-BB25-F3B32CEF5FCF}" destId="{B81FE48E-D6D4-451D-BED5-987CDF1F8F06}" srcOrd="0" destOrd="0" presId="urn:microsoft.com/office/officeart/2005/8/layout/list1"/>
    <dgm:cxn modelId="{0F7B2967-288B-49E7-AC81-19958D8EADF9}" type="presParOf" srcId="{538EF3E9-FEC3-4911-BB25-F3B32CEF5FCF}" destId="{25DC6C3A-7CB5-4492-8EE4-D910564668F1}" srcOrd="1" destOrd="0" presId="urn:microsoft.com/office/officeart/2005/8/layout/list1"/>
    <dgm:cxn modelId="{F594A023-77C9-4232-B816-BA6AB5135016}" type="presParOf" srcId="{C61EDEC6-1AB5-4898-A7AB-6AA3F11F5F14}" destId="{9C92B14C-F84A-49D4-8E11-E56C71EE3063}" srcOrd="13" destOrd="0" presId="urn:microsoft.com/office/officeart/2005/8/layout/list1"/>
    <dgm:cxn modelId="{82ECAE66-1513-4232-9A32-28AC28607615}" type="presParOf" srcId="{C61EDEC6-1AB5-4898-A7AB-6AA3F11F5F14}" destId="{D9FF0B09-9C46-40F3-B122-D9B7FB770BEB}" srcOrd="14" destOrd="0" presId="urn:microsoft.com/office/officeart/2005/8/layout/list1"/>
    <dgm:cxn modelId="{7AACCEDE-4EB8-4F5B-B89B-E0BBC7495ABB}" type="presParOf" srcId="{C61EDEC6-1AB5-4898-A7AB-6AA3F11F5F14}" destId="{3CCE08DB-A69B-4866-82AC-C88E8657BEB9}" srcOrd="15" destOrd="0" presId="urn:microsoft.com/office/officeart/2005/8/layout/list1"/>
    <dgm:cxn modelId="{29A1385D-45C3-4189-B662-CC6407C226FE}" type="presParOf" srcId="{C61EDEC6-1AB5-4898-A7AB-6AA3F11F5F14}" destId="{A5955D03-14E0-4A5A-9724-8A1A9A4B6295}" srcOrd="16" destOrd="0" presId="urn:microsoft.com/office/officeart/2005/8/layout/list1"/>
    <dgm:cxn modelId="{E96C00F5-67E4-47E5-A587-742D1A9D1731}" type="presParOf" srcId="{A5955D03-14E0-4A5A-9724-8A1A9A4B6295}" destId="{CE90AA0D-4943-4DA7-89FC-D12AB0A0E2F2}" srcOrd="0" destOrd="0" presId="urn:microsoft.com/office/officeart/2005/8/layout/list1"/>
    <dgm:cxn modelId="{7C747A87-B996-4950-ABC8-697E61668256}" type="presParOf" srcId="{A5955D03-14E0-4A5A-9724-8A1A9A4B6295}" destId="{96A245DA-13D8-46E7-A7F7-51E7065A29DB}" srcOrd="1" destOrd="0" presId="urn:microsoft.com/office/officeart/2005/8/layout/list1"/>
    <dgm:cxn modelId="{1CB38495-40C9-4AA0-8892-49AF589FF418}" type="presParOf" srcId="{C61EDEC6-1AB5-4898-A7AB-6AA3F11F5F14}" destId="{7236E755-3FAD-4F71-84A1-0B68EC7F50FD}" srcOrd="17" destOrd="0" presId="urn:microsoft.com/office/officeart/2005/8/layout/list1"/>
    <dgm:cxn modelId="{DD4ED334-7C51-40C8-AF56-0774D150CEED}" type="presParOf" srcId="{C61EDEC6-1AB5-4898-A7AB-6AA3F11F5F14}" destId="{A132A7E9-6751-4AF2-BE85-71207DDD4ACB}" srcOrd="18" destOrd="0" presId="urn:microsoft.com/office/officeart/2005/8/layout/list1"/>
    <dgm:cxn modelId="{2CAAB4A9-864E-4A0E-84F8-2C6AA21DBEB9}" type="presParOf" srcId="{C61EDEC6-1AB5-4898-A7AB-6AA3F11F5F14}" destId="{D5E2CB1D-B353-4968-A354-0B2750EC6ECF}" srcOrd="19" destOrd="0" presId="urn:microsoft.com/office/officeart/2005/8/layout/list1"/>
    <dgm:cxn modelId="{4C354E50-258C-46A8-89F7-88EF2F551C58}" type="presParOf" srcId="{C61EDEC6-1AB5-4898-A7AB-6AA3F11F5F14}" destId="{4F047CDB-166C-44A8-938D-8125BB718690}" srcOrd="20" destOrd="0" presId="urn:microsoft.com/office/officeart/2005/8/layout/list1"/>
    <dgm:cxn modelId="{4D315403-EA2C-4290-9BF3-F35293239F9A}" type="presParOf" srcId="{4F047CDB-166C-44A8-938D-8125BB718690}" destId="{96AFFA37-ECF0-47AD-9FE5-FEE3668D85D6}" srcOrd="0" destOrd="0" presId="urn:microsoft.com/office/officeart/2005/8/layout/list1"/>
    <dgm:cxn modelId="{972BF189-74EC-4A3A-8728-0DE631AA6A2C}" type="presParOf" srcId="{4F047CDB-166C-44A8-938D-8125BB718690}" destId="{21089533-2309-4ED9-97BD-DB73DB5D7ED9}" srcOrd="1" destOrd="0" presId="urn:microsoft.com/office/officeart/2005/8/layout/list1"/>
    <dgm:cxn modelId="{2EE09C5D-F60F-4E1C-A76C-96FA44C15598}" type="presParOf" srcId="{C61EDEC6-1AB5-4898-A7AB-6AA3F11F5F14}" destId="{2E7EF5CD-F46F-443F-8C7A-5D1520A929FC}" srcOrd="21" destOrd="0" presId="urn:microsoft.com/office/officeart/2005/8/layout/list1"/>
    <dgm:cxn modelId="{4A668E67-5D81-4982-A359-6823BC13BB2C}" type="presParOf" srcId="{C61EDEC6-1AB5-4898-A7AB-6AA3F11F5F14}" destId="{03F6B26F-F137-4688-9763-7ED38CCB97C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5E718-B22A-4FEF-8B6B-846CD675FF7B}">
      <dsp:nvSpPr>
        <dsp:cNvPr id="0" name=""/>
        <dsp:cNvSpPr/>
      </dsp:nvSpPr>
      <dsp:spPr>
        <a:xfrm>
          <a:off x="0" y="304752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5C058B-DBAB-4FE2-9A28-3214586D72BA}">
      <dsp:nvSpPr>
        <dsp:cNvPr id="0" name=""/>
        <dsp:cNvSpPr/>
      </dsp:nvSpPr>
      <dsp:spPr>
        <a:xfrm>
          <a:off x="357182" y="127632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1. </a:t>
          </a:r>
          <a:r>
            <a:rPr lang="ko-KR" altLang="en-US" sz="1200" kern="1200" dirty="0"/>
            <a:t>회사 개요</a:t>
          </a:r>
        </a:p>
      </dsp:txBody>
      <dsp:txXfrm>
        <a:off x="374475" y="144925"/>
        <a:ext cx="4965969" cy="319654"/>
      </dsp:txXfrm>
    </dsp:sp>
    <dsp:sp modelId="{95F49FA6-8ED2-4B81-9903-9C67DAF678A4}">
      <dsp:nvSpPr>
        <dsp:cNvPr id="0" name=""/>
        <dsp:cNvSpPr/>
      </dsp:nvSpPr>
      <dsp:spPr>
        <a:xfrm>
          <a:off x="0" y="849072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20479"/>
              <a:satOff val="-2520"/>
              <a:lumOff val="1402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DC8563F-2211-4608-867B-E0DF9A9BDF62}">
      <dsp:nvSpPr>
        <dsp:cNvPr id="0" name=""/>
        <dsp:cNvSpPr/>
      </dsp:nvSpPr>
      <dsp:spPr>
        <a:xfrm>
          <a:off x="357182" y="671952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20479"/>
                <a:satOff val="-2520"/>
                <a:lumOff val="14021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20479"/>
                <a:satOff val="-2520"/>
                <a:lumOff val="14021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20479"/>
                <a:satOff val="-2520"/>
                <a:lumOff val="1402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2. </a:t>
          </a:r>
          <a:r>
            <a:rPr lang="ko-KR" altLang="en-US" sz="1200" kern="1200" dirty="0"/>
            <a:t>회 사 전 경</a:t>
          </a:r>
        </a:p>
      </dsp:txBody>
      <dsp:txXfrm>
        <a:off x="374475" y="689245"/>
        <a:ext cx="4965969" cy="319654"/>
      </dsp:txXfrm>
    </dsp:sp>
    <dsp:sp modelId="{A568C23E-6659-4D54-99BF-76C614AE08AC}">
      <dsp:nvSpPr>
        <dsp:cNvPr id="0" name=""/>
        <dsp:cNvSpPr/>
      </dsp:nvSpPr>
      <dsp:spPr>
        <a:xfrm>
          <a:off x="0" y="1393392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C0BB4D6-AE91-4337-B815-C3DB4D7BDA40}">
      <dsp:nvSpPr>
        <dsp:cNvPr id="0" name=""/>
        <dsp:cNvSpPr/>
      </dsp:nvSpPr>
      <dsp:spPr>
        <a:xfrm>
          <a:off x="360039" y="1225606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40958"/>
                <a:satOff val="-5040"/>
                <a:lumOff val="28042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40958"/>
                <a:satOff val="-5040"/>
                <a:lumOff val="28042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40958"/>
                <a:satOff val="-5040"/>
                <a:lumOff val="2804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3. </a:t>
          </a:r>
          <a:r>
            <a:rPr lang="ko-KR" altLang="en-US" sz="1200" kern="1200" dirty="0"/>
            <a:t>측정기 보유현황</a:t>
          </a:r>
        </a:p>
      </dsp:txBody>
      <dsp:txXfrm>
        <a:off x="377332" y="1242899"/>
        <a:ext cx="4965969" cy="319654"/>
      </dsp:txXfrm>
    </dsp:sp>
    <dsp:sp modelId="{D9FF0B09-9C46-40F3-B122-D9B7FB770BEB}">
      <dsp:nvSpPr>
        <dsp:cNvPr id="0" name=""/>
        <dsp:cNvSpPr/>
      </dsp:nvSpPr>
      <dsp:spPr>
        <a:xfrm>
          <a:off x="0" y="1937711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361436"/>
              <a:satOff val="-7560"/>
              <a:lumOff val="4206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DC6C3A-7CB5-4492-8EE4-D910564668F1}">
      <dsp:nvSpPr>
        <dsp:cNvPr id="0" name=""/>
        <dsp:cNvSpPr/>
      </dsp:nvSpPr>
      <dsp:spPr>
        <a:xfrm>
          <a:off x="357182" y="1760592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61436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6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6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4. </a:t>
          </a:r>
          <a:r>
            <a:rPr lang="ko-KR" altLang="en-US" sz="1200" kern="1200" dirty="0"/>
            <a:t>조  직  도</a:t>
          </a:r>
        </a:p>
      </dsp:txBody>
      <dsp:txXfrm>
        <a:off x="374475" y="1777885"/>
        <a:ext cx="4965969" cy="319654"/>
      </dsp:txXfrm>
    </dsp:sp>
    <dsp:sp modelId="{A132A7E9-6751-4AF2-BE85-71207DDD4ACB}">
      <dsp:nvSpPr>
        <dsp:cNvPr id="0" name=""/>
        <dsp:cNvSpPr/>
      </dsp:nvSpPr>
      <dsp:spPr>
        <a:xfrm>
          <a:off x="0" y="2482031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A245DA-13D8-46E7-A7F7-51E7065A29DB}">
      <dsp:nvSpPr>
        <dsp:cNvPr id="0" name=""/>
        <dsp:cNvSpPr/>
      </dsp:nvSpPr>
      <dsp:spPr>
        <a:xfrm>
          <a:off x="360039" y="2320130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40958"/>
                <a:satOff val="-5040"/>
                <a:lumOff val="28042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40958"/>
                <a:satOff val="-5040"/>
                <a:lumOff val="28042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40958"/>
                <a:satOff val="-5040"/>
                <a:lumOff val="2804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/>
            <a:t>5. </a:t>
          </a:r>
          <a:r>
            <a:rPr lang="ko-KR" altLang="en-US" sz="1200" kern="1200" dirty="0"/>
            <a:t>설비 보유현황</a:t>
          </a:r>
        </a:p>
      </dsp:txBody>
      <dsp:txXfrm>
        <a:off x="377332" y="2337423"/>
        <a:ext cx="4965969" cy="319654"/>
      </dsp:txXfrm>
    </dsp:sp>
    <dsp:sp modelId="{03F6B26F-F137-4688-9763-7ED38CCB97C6}">
      <dsp:nvSpPr>
        <dsp:cNvPr id="0" name=""/>
        <dsp:cNvSpPr/>
      </dsp:nvSpPr>
      <dsp:spPr>
        <a:xfrm>
          <a:off x="0" y="3026351"/>
          <a:ext cx="714365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20479"/>
              <a:satOff val="-2520"/>
              <a:lumOff val="1402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089533-2309-4ED9-97BD-DB73DB5D7ED9}">
      <dsp:nvSpPr>
        <dsp:cNvPr id="0" name=""/>
        <dsp:cNvSpPr/>
      </dsp:nvSpPr>
      <dsp:spPr>
        <a:xfrm>
          <a:off x="357182" y="2849231"/>
          <a:ext cx="5000555" cy="35424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20479"/>
                <a:satOff val="-2520"/>
                <a:lumOff val="14021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20479"/>
                <a:satOff val="-2520"/>
                <a:lumOff val="14021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20479"/>
                <a:satOff val="-2520"/>
                <a:lumOff val="1402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009" tIns="0" rIns="18900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약도</a:t>
          </a:r>
        </a:p>
      </dsp:txBody>
      <dsp:txXfrm>
        <a:off x="374475" y="2866524"/>
        <a:ext cx="4965969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9992" y="0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2026-04-14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65659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6133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1:11:33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8770 10943 24575,'-35'-1'0,"-1"-2"0,1-2 0,0-1 0,0-2 0,0-1 0,-49-20 0,-192-104 0,164 75 0,35 15 0,45 23 0,-53-22 0,-203-57 0,111 49 0,33-10 0,74 29 0,-84-24 0,66 30 0,-99-13 0,135 28 0,0-3 0,-52-19 0,-6-2 0,64 19 0,-44-21 0,-17-5 0,21 3 0,65 27 0,0 1 0,-29-10 0,-131-46 0,82 34 0,-8-4 0,30 2 0,-125-50 0,157 71 0,-65-10 0,30 7 0,-109-12 0,111 18 0,-177-12 0,33-19 0,210 38 0,1 0 0,0-1 0,-1 0 0,2-1 0,-1-1 0,0 1 0,1-1 0,0-1 0,1 0 0,-1-1 0,2 1 0,-1-2 0,1 1 0,0-1 0,0 0 0,1-1 0,1 0 0,0 0 0,0-1 0,1 1 0,-7-18 0,-23-71 0,-28-69 0,-38-36 0,83 169 0,2-1 0,-12-40 0,16 40 0,-1 1 0,-26-46 0,30 63 0,0-1 0,-10-34 0,13 34 0,-1-1 0,-16-31 0,-23-45 0,36 73 0,-1 0 0,0 0 0,-2 1 0,-25-35 0,-41-51 0,56 75 0,-19-21 0,-3 1 0,-52-48 0,-47-53 0,73 74 0,-82-70 0,135 132 0,-67-76 0,67 70 0,-1 1 0,-2 2 0,-45-39 0,46 43 0,1 0 0,0-2 0,-26-34 0,30 34 0,-1 1 0,-1 0 0,-1 1 0,-29-23 0,31 28 0,0-2 0,1 1 0,-20-25 0,-10-9 0,-10-7 0,-50-64 0,-28-29 0,-24-30 0,141 156 0,-83-112 0,86 111 0,0 1 0,2-2 0,0 1 0,-12-41 0,1-3 0,15 49 0,1 0 0,0 0 0,2-1 0,0 0 0,1 0 0,-1-22 0,5-628 0,1 643 0,1 0 0,1 1 0,0-1 0,13-32 0,7-46 0,-15 66 0,2-1 0,1 1 0,2 1 0,29-56 0,3-9 0,46-84 0,-28 35 0,-28 72 0,-3-2 0,-4-1 0,27-121 0,-52 182 0,6-32 0,-2 0 0,2-84 0,-10 123 0,1 0 0,1 1 0,0-1 0,1 0 0,0 1 0,8-21 0,40-73 0,-16 33 0,-16 36 0,-14 29 0,-1-1 0,0 0 0,0 0 0,-1 0 0,0 0 0,0 0 0,-1-1 0,1-14 0,-1-61 0,-3 55 0,2 0 0,1 0 0,9-45 0,-4 30 0,-2-1 0,-2 0 0,-2 0 0,-7-72 0,5 101 0,-1 1 0,-1-1 0,-1 0 0,0 1 0,-1 0 0,0 0 0,-1 1 0,-1-1 0,-1 1 0,0 0 0,-1 1 0,-1 0 0,0 1 0,-12-13 0,3 3 0,2 0 0,0 0 0,2-2 0,0 0 0,-21-53 0,-13-22 0,20 48 0,4 11 0,2-1 0,-24-65 0,36 80 0,-1 0 0,-2 1 0,-25-36 0,14 22 0,19 31 0,-6-12 0,-1 0 0,-1 0 0,-1 2 0,0-1 0,-2 2 0,-22-20 0,31 30 0,1 0 0,0-1 0,0 1 0,1-2 0,0 1 0,0-1 0,1 1 0,-5-13 0,-15-26 0,12 27 0,-16-27 0,-2 2 0,-1 0 0,-3 3 0,-41-41 0,29 38 0,23 21 0,-1 2 0,-38-29 0,-22-12 0,61 44 0,-1 1 0,0 0 0,-2 3 0,-46-23 0,-86-38 0,45 19 0,-38-21 0,3-6 0,5-7 0,-141-117 0,239 167 41,37 32-275,0 0 0,-1 1-1,-1 1 1,1 0-1,-15-9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992" y="0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2026-04-14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09588"/>
            <a:ext cx="3405188" cy="25542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33421"/>
            <a:ext cx="7951470" cy="3063240"/>
          </a:xfrm>
          <a:prstGeom prst="rect">
            <a:avLst/>
          </a:prstGeom>
        </p:spPr>
        <p:txBody>
          <a:bodyPr vert="horz" lIns="91559" tIns="45779" rIns="91559" bIns="4577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65659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0360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298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839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83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4653136"/>
            <a:ext cx="9144000" cy="504056"/>
          </a:xfrm>
        </p:spPr>
        <p:txBody>
          <a:bodyPr wrap="square">
            <a:noAutofit/>
            <a:scene3d>
              <a:camera prst="orthographicFront"/>
              <a:lightRig rig="soft" dir="tl">
                <a:rot lat="0" lon="0" rev="0"/>
              </a:lightRig>
            </a:scene3d>
            <a:sp3d prstMaterial="matte">
              <a:contourClr>
                <a:schemeClr val="bg1"/>
              </a:contourClr>
            </a:sp3d>
          </a:bodyPr>
          <a:lstStyle>
            <a:lvl1pPr marL="0" indent="0" algn="ctr">
              <a:buNone/>
              <a:defRPr sz="2200" b="0" i="0" cap="none" spc="50">
                <a:ln w="1143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E0A73-E8EA-4A4C-BF6F-B3AE02A68954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5159807"/>
            <a:ext cx="9144000" cy="93871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 extrusionH="57150" prstMaterial="metal">
              <a:bevelT w="38100" h="25400" prst="coolSlant"/>
              <a:contourClr>
                <a:schemeClr val="bg2"/>
              </a:contourClr>
            </a:sp3d>
          </a:bodyPr>
          <a:lstStyle>
            <a:lvl1pPr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5500" b="0" i="0" kern="1200" cap="none" spc="0" dirty="0">
                <a:ln w="3175">
                  <a:noFill/>
                </a:ln>
                <a:solidFill>
                  <a:srgbClr val="133BB9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C52-98FC-4499-AA24-B147EB88CCF6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38698"/>
            <a:ext cx="8064896" cy="553998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000" kern="1200" dirty="0">
                <a:solidFill>
                  <a:srgbClr val="133BB9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A4E5-6B5D-40B8-96D3-5CBAF4BF8922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539552" y="1124744"/>
            <a:ext cx="8064896" cy="5184576"/>
          </a:xfr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2pPr>
            <a:lvl3pPr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3pPr>
            <a:lvl4pPr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4pPr>
            <a:lvl5pPr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400600"/>
          </a:xfrm>
        </p:spPr>
        <p:txBody>
          <a:bodyPr/>
          <a:lstStyle>
            <a:lvl1pPr algn="l">
              <a:buNone/>
              <a:defRPr sz="25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defRPr>
            </a:lvl1pPr>
            <a:lvl2pPr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defRPr>
            </a:lvl2pPr>
            <a:lvl3pPr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defRPr>
            </a:lvl3pPr>
            <a:lvl4pPr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defRPr>
            </a:lvl4pPr>
            <a:lvl5pPr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00834"/>
            <a:ext cx="2133600" cy="220641"/>
          </a:xfrm>
        </p:spPr>
        <p:txBody>
          <a:bodyPr/>
          <a:lstStyle/>
          <a:p>
            <a:fld id="{77F081E9-0280-40B4-BCBF-544CB0D751CB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500834"/>
            <a:ext cx="2895600" cy="220641"/>
          </a:xfrm>
        </p:spPr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00834"/>
            <a:ext cx="2133600" cy="220641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539552" y="138698"/>
            <a:ext cx="8083946" cy="553998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000" kern="1200" dirty="0">
                <a:solidFill>
                  <a:srgbClr val="133BB9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0A627-6C62-4E65-8ADE-13D425A0006A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1979712" y="4869160"/>
            <a:ext cx="5436096" cy="1246495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 extrusionH="57150" prstMaterial="metal">
              <a:bevelT w="38100" h="25400" prst="coolSlant"/>
              <a:contourClr>
                <a:schemeClr val="bg2"/>
              </a:contourClr>
            </a:sp3d>
          </a:bodyPr>
          <a:lstStyle>
            <a:lvl1pPr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7500" b="0" i="1" kern="1200" cap="none" spc="0" dirty="0">
                <a:ln w="3175">
                  <a:noFill/>
                </a:ln>
                <a:solidFill>
                  <a:srgbClr val="133BB9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9026"/>
            <a:ext cx="82296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62021"/>
            <a:ext cx="82296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ED293-73BD-402B-82E1-D2E41A4C671D}" type="datetime1">
              <a:rPr lang="ko-KR" altLang="en-US" smtClean="0"/>
              <a:t>2026-04-14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29396"/>
            <a:ext cx="2895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0" r:id="rId4"/>
    <p:sldLayoutId id="2147483657" r:id="rId5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0" y="1268760"/>
            <a:ext cx="9144000" cy="1569660"/>
          </a:xfrm>
        </p:spPr>
        <p:txBody>
          <a:bodyPr/>
          <a:lstStyle/>
          <a:p>
            <a:r>
              <a:rPr lang="en-US" altLang="ko-KR" sz="4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RAON HI-TECH</a:t>
            </a:r>
            <a:br>
              <a:rPr lang="en-US" altLang="ko-KR" sz="4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ko-KR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회사 소개서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07504" y="5765313"/>
            <a:ext cx="892899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36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bg2">
                    <a:lumMod val="75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㈜ </a:t>
            </a:r>
            <a:r>
              <a:rPr lang="ko-KR" altLang="en-US" sz="36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bg2">
                    <a:lumMod val="75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라온하이테크</a:t>
            </a:r>
            <a:endParaRPr lang="en-US" altLang="ko-KR" sz="36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bg2">
                  <a:lumMod val="75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9512" y="188640"/>
            <a:ext cx="15744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latin typeface="HY헤드라인M" pitchFamily="18" charset="-127"/>
                <a:ea typeface="HY헤드라인M" pitchFamily="18" charset="-127"/>
              </a:rPr>
              <a:t>Contents</a:t>
            </a:r>
            <a:endParaRPr lang="ko-KR" altLang="en-US" sz="2500" dirty="0"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222155976"/>
              </p:ext>
            </p:extLst>
          </p:nvPr>
        </p:nvGraphicFramePr>
        <p:xfrm>
          <a:off x="323528" y="1268760"/>
          <a:ext cx="7143650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6000"/>
                    </a14:imgEffect>
                    <a14:imgEffect>
                      <a14:brightnessContrast bright="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5" y="6033284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6" descr="123125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628800"/>
            <a:ext cx="2590800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latin typeface="+mn-ea"/>
              </a:rPr>
              <a:pPr/>
              <a:t>3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748752"/>
              </p:ext>
            </p:extLst>
          </p:nvPr>
        </p:nvGraphicFramePr>
        <p:xfrm>
          <a:off x="251520" y="1052736"/>
          <a:ext cx="5747667" cy="46805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30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회사명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㈜ </a:t>
                      </a:r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라온하이테크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ln>
                            <a:noFill/>
                          </a:ln>
                          <a:effectLst/>
                        </a:rPr>
                        <a:t>대표이사</a:t>
                      </a:r>
                      <a:endParaRPr lang="ko-KR" alt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민  승  기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ln>
                            <a:noFill/>
                          </a:ln>
                          <a:effectLst/>
                        </a:rPr>
                        <a:t>설 립 일 자</a:t>
                      </a:r>
                      <a:endParaRPr lang="ko-KR" alt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2016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년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10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월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16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일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0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ln>
                            <a:noFill/>
                          </a:ln>
                          <a:effectLst/>
                        </a:rPr>
                        <a:t>공 장 면 적</a:t>
                      </a:r>
                      <a:endParaRPr lang="ko-KR" alt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가공실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150 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평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측정실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15 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평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사무실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10 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평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>
                          <a:ln>
                            <a:noFill/>
                          </a:ln>
                          <a:effectLst/>
                        </a:rPr>
                        <a:t>직 원 수</a:t>
                      </a:r>
                      <a:endParaRPr lang="ko-KR" alt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10 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명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소 재 지</a:t>
                      </a:r>
                      <a:endParaRPr lang="ko-KR" alt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경기도 화성시 </a:t>
                      </a:r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정남면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괘랑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길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r>
                        <a:rPr lang="ko-KR" alt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번길</a:t>
                      </a:r>
                      <a:r>
                        <a:rPr lang="ko-KR" altLang="en-US" sz="11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effectLst/>
                        </a:rPr>
                        <a:t>30-3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12000">
                          <a:schemeClr val="bg1">
                            <a:lumMod val="85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" name="제목 1"/>
          <p:cNvSpPr txBox="1">
            <a:spLocks/>
          </p:cNvSpPr>
          <p:nvPr/>
        </p:nvSpPr>
        <p:spPr>
          <a:xfrm>
            <a:off x="107504" y="101136"/>
            <a:ext cx="8064896" cy="55399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500" kern="1200">
                <a:solidFill>
                  <a:sysClr val="windowText" lastClr="000000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2400" dirty="0">
                <a:solidFill>
                  <a:schemeClr val="tx1"/>
                </a:solidFill>
              </a:rPr>
              <a:t>1. </a:t>
            </a:r>
            <a:r>
              <a:rPr lang="ko-KR" altLang="en-US" sz="2400" dirty="0">
                <a:solidFill>
                  <a:schemeClr val="tx1"/>
                </a:solidFill>
              </a:rPr>
              <a:t>회 사 개 요</a:t>
            </a:r>
          </a:p>
        </p:txBody>
      </p:sp>
    </p:spTree>
    <p:extLst>
      <p:ext uri="{BB962C8B-B14F-4D97-AF65-F5344CB8AC3E}">
        <p14:creationId xmlns:p14="http://schemas.microsoft.com/office/powerpoint/2010/main" val="414424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31A9-799B-EE7A-BC2E-CA374318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">
            <a:extLst>
              <a:ext uri="{FF2B5EF4-FFF2-40B4-BE49-F238E27FC236}">
                <a16:creationId xmlns:a16="http://schemas.microsoft.com/office/drawing/2014/main" id="{2E724590-DB05-EA7B-F4A8-B7CA3C7356C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456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0EFA4E4D-2CAE-61FE-087A-C2F47A8E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회사 전경</a:t>
            </a:r>
            <a:r>
              <a:rPr lang="en-US" altLang="ko-KR" dirty="0"/>
              <a:t> </a:t>
            </a:r>
            <a:r>
              <a:rPr lang="ko-KR" altLang="en-US" dirty="0"/>
              <a:t>외부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16BF975-7EB3-3ECB-CC93-45FDF33C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2AB0B2-B02F-82A5-8DA2-1CCFAB29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E60E1C-9998-A148-5E94-723887D9F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Picture 7" descr="C:\Users\user\Downloads\라온하이테크로고.PNG">
            <a:extLst>
              <a:ext uri="{FF2B5EF4-FFF2-40B4-BE49-F238E27FC236}">
                <a16:creationId xmlns:a16="http://schemas.microsoft.com/office/drawing/2014/main" id="{1A862215-F5DB-7CA6-489B-640A94797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7849"/>
            <a:ext cx="2371675" cy="631511"/>
          </a:xfrm>
          <a:prstGeom prst="rect">
            <a:avLst/>
          </a:prstGeom>
          <a:noFill/>
          <a:ln>
            <a:noFill/>
          </a:ln>
          <a:effectLst>
            <a:softEdge rad="1121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8" descr="야외, 하늘, 나무, 육상 차량이(가) 표시된 사진&#10;&#10;자동 생성된 설명">
            <a:extLst>
              <a:ext uri="{FF2B5EF4-FFF2-40B4-BE49-F238E27FC236}">
                <a16:creationId xmlns:a16="http://schemas.microsoft.com/office/drawing/2014/main" id="{2DBC56E8-DD68-34DC-F7A1-EB27420F91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92" y="1124744"/>
            <a:ext cx="8158615" cy="498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5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">
            <a:extLst>
              <a:ext uri="{FF2B5EF4-FFF2-40B4-BE49-F238E27FC236}">
                <a16:creationId xmlns:a16="http://schemas.microsoft.com/office/drawing/2014/main" id="{1574101F-E5B1-A1BB-5580-65F670ED8E4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456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AD4F1F0C-5F5A-4B1C-3A1B-115F9977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회사 전경</a:t>
            </a:r>
            <a:r>
              <a:rPr lang="en-US" altLang="ko-KR" dirty="0"/>
              <a:t> </a:t>
            </a:r>
            <a:r>
              <a:rPr lang="ko-KR" altLang="en-US" dirty="0"/>
              <a:t>내부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E90BCBA-616C-F49D-9628-931B30FE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73E222-4A7D-95AD-4A0A-4C550D2E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0DF39FE-8FE9-0997-E713-4C752E831D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Picture 7" descr="C:\Users\user\Downloads\라온하이테크로고.PNG">
            <a:extLst>
              <a:ext uri="{FF2B5EF4-FFF2-40B4-BE49-F238E27FC236}">
                <a16:creationId xmlns:a16="http://schemas.microsoft.com/office/drawing/2014/main" id="{57F1CF22-51D5-618F-A924-19B0708F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7452"/>
            <a:ext cx="2371675" cy="631511"/>
          </a:xfrm>
          <a:prstGeom prst="rect">
            <a:avLst/>
          </a:prstGeom>
          <a:noFill/>
          <a:ln>
            <a:noFill/>
          </a:ln>
          <a:effectLst>
            <a:softEdge rad="1121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5C1C309-9B47-32A7-6E78-D471C2079A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14950"/>
            <a:ext cx="8064896" cy="518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1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5CD6-34CC-9CD6-CFF1-EC0F336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">
            <a:extLst>
              <a:ext uri="{FF2B5EF4-FFF2-40B4-BE49-F238E27FC236}">
                <a16:creationId xmlns:a16="http://schemas.microsoft.com/office/drawing/2014/main" id="{67E3F114-E5F7-1D94-A98D-B0DD15956F3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456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1C1E81A-D1B8-13C7-96D6-F8A11124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회사 전경</a:t>
            </a:r>
            <a:r>
              <a:rPr lang="en-US" altLang="ko-KR" dirty="0"/>
              <a:t> </a:t>
            </a:r>
            <a:r>
              <a:rPr lang="ko-KR" altLang="en-US" dirty="0"/>
              <a:t>내부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1AFC1C3-D4FE-DFB1-F9B3-1C593896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2F45C5-B750-A93F-7DF9-36F30566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46C8B38-BBC2-79AD-143C-6AE7ADD751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Picture 7" descr="C:\Users\user\Downloads\라온하이테크로고.PNG">
            <a:extLst>
              <a:ext uri="{FF2B5EF4-FFF2-40B4-BE49-F238E27FC236}">
                <a16:creationId xmlns:a16="http://schemas.microsoft.com/office/drawing/2014/main" id="{5A495DC6-E91B-4E68-AE48-D0535DBF0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7452"/>
            <a:ext cx="2371675" cy="631511"/>
          </a:xfrm>
          <a:prstGeom prst="rect">
            <a:avLst/>
          </a:prstGeom>
          <a:noFill/>
          <a:ln>
            <a:noFill/>
          </a:ln>
          <a:effectLst>
            <a:softEdge rad="1121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 descr="실내, 기계, 선반, 작업장이(가) 표시된 사진&#10;&#10;자동 생성된 설명">
            <a:extLst>
              <a:ext uri="{FF2B5EF4-FFF2-40B4-BE49-F238E27FC236}">
                <a16:creationId xmlns:a16="http://schemas.microsoft.com/office/drawing/2014/main" id="{F818AC80-2464-5568-9636-21D7B444A7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496" y="3686895"/>
            <a:ext cx="3996952" cy="2628041"/>
          </a:xfrm>
          <a:prstGeom prst="rect">
            <a:avLst/>
          </a:prstGeom>
        </p:spPr>
      </p:pic>
      <p:pic>
        <p:nvPicPr>
          <p:cNvPr id="16" name="그림 15" descr="기계, 실내, 공학, 천장이(가) 표시된 사진&#10;&#10;자동 생성된 설명">
            <a:extLst>
              <a:ext uri="{FF2B5EF4-FFF2-40B4-BE49-F238E27FC236}">
                <a16:creationId xmlns:a16="http://schemas.microsoft.com/office/drawing/2014/main" id="{97989859-E52A-5CE9-9280-ED135D0E82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686895"/>
            <a:ext cx="4032448" cy="2623558"/>
          </a:xfrm>
          <a:prstGeom prst="rect">
            <a:avLst/>
          </a:prstGeom>
        </p:spPr>
      </p:pic>
      <p:pic>
        <p:nvPicPr>
          <p:cNvPr id="18" name="그림 17" descr="기계, 실내, 과학 기기, 의료 장비이(가) 표시된 사진&#10;&#10;자동 생성된 설명">
            <a:extLst>
              <a:ext uri="{FF2B5EF4-FFF2-40B4-BE49-F238E27FC236}">
                <a16:creationId xmlns:a16="http://schemas.microsoft.com/office/drawing/2014/main" id="{D2CFEEB7-0BB8-54DC-48FF-82FE8EDC73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23611"/>
            <a:ext cx="4032448" cy="2521413"/>
          </a:xfrm>
          <a:prstGeom prst="rect">
            <a:avLst/>
          </a:prstGeom>
        </p:spPr>
      </p:pic>
      <p:pic>
        <p:nvPicPr>
          <p:cNvPr id="20" name="그림 19" descr="실내, 기계, 작업장, 공장이(가) 표시된 사진&#10;&#10;자동 생성된 설명">
            <a:extLst>
              <a:ext uri="{FF2B5EF4-FFF2-40B4-BE49-F238E27FC236}">
                <a16:creationId xmlns:a16="http://schemas.microsoft.com/office/drawing/2014/main" id="{8A2CF18F-6B86-A233-B3EA-E807DBEECD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496" y="1123611"/>
            <a:ext cx="3996952" cy="252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9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12654-5450-999D-3ACF-82EF52EB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측정실</a:t>
            </a:r>
            <a:r>
              <a:rPr lang="ko-KR" altLang="en-US" dirty="0"/>
              <a:t> 내부 전경 및 보유현황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A0E2AE-461D-A203-7D98-1FB7FF61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AF938-DDFC-D948-C677-BA5ACFBF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2E18AB9-DD6E-4F03-6F67-443E3CE980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1125538"/>
            <a:ext cx="8064500" cy="5183187"/>
          </a:xfrm>
        </p:spPr>
        <p:txBody>
          <a:bodyPr/>
          <a:lstStyle/>
          <a:p>
            <a:endParaRPr lang="ko-KR" altLang="en-US" sz="2500" dirty="0"/>
          </a:p>
        </p:txBody>
      </p:sp>
      <p:pic>
        <p:nvPicPr>
          <p:cNvPr id="9" name="그림 4">
            <a:extLst>
              <a:ext uri="{FF2B5EF4-FFF2-40B4-BE49-F238E27FC236}">
                <a16:creationId xmlns:a16="http://schemas.microsoft.com/office/drawing/2014/main" id="{8F97C207-B171-A51D-9472-DF783D7B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52" y="73232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1" descr="11">
            <a:extLst>
              <a:ext uri="{FF2B5EF4-FFF2-40B4-BE49-F238E27FC236}">
                <a16:creationId xmlns:a16="http://schemas.microsoft.com/office/drawing/2014/main" id="{DE0E1735-BA31-7A77-E0F6-C1A26FC71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85" y="3916151"/>
            <a:ext cx="1931227" cy="1831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2" descr="112">
            <a:extLst>
              <a:ext uri="{FF2B5EF4-FFF2-40B4-BE49-F238E27FC236}">
                <a16:creationId xmlns:a16="http://schemas.microsoft.com/office/drawing/2014/main" id="{6188FF97-D338-CE01-1ADE-51511D0C4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452" y="3906537"/>
            <a:ext cx="1875930" cy="18413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Group 541">
            <a:extLst>
              <a:ext uri="{FF2B5EF4-FFF2-40B4-BE49-F238E27FC236}">
                <a16:creationId xmlns:a16="http://schemas.microsoft.com/office/drawing/2014/main" id="{8BA6433A-DB4E-8E17-0F58-DBDDBB7ED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90090"/>
              </p:ext>
            </p:extLst>
          </p:nvPr>
        </p:nvGraphicFramePr>
        <p:xfrm>
          <a:off x="4262163" y="1029504"/>
          <a:ext cx="4762977" cy="5053891"/>
        </p:xfrm>
        <a:graphic>
          <a:graphicData uri="http://schemas.openxmlformats.org/drawingml/2006/table">
            <a:tbl>
              <a:tblPr/>
              <a:tblGrid>
                <a:gridCol w="43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7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5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NO.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측 정 기  명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격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수량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 조 원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    반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1,500 X 2,000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MICRO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 TECH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Micro Hite Gauge 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600㎜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TESA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Microscope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MF-A1720H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Gage Blcok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103-2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17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Dial Indicator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㎛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㎛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0.01㎜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1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Dial Bore Gauge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50~100㎜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0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Digimatic Micrometer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0~25㎜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</a:t>
                      </a:r>
                      <a:r>
                        <a:rPr kumimoji="1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Micrometer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0~175㎜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15 </a:t>
                      </a:r>
                      <a:r>
                        <a:rPr kumimoji="1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Digimatic Caliper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</a:t>
                      </a:r>
                      <a:r>
                        <a:rPr kumimoji="1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Caliper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현 미 경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SZ30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OLYMPUS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12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차원 측정기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</a:t>
                      </a:r>
                      <a:r>
                        <a:rPr kumimoji="1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ea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덕인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Hite Gauge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300㎜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 ea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MITUTOYO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14</a:t>
                      </a:r>
                    </a:p>
                  </a:txBody>
                  <a:tcPr marL="121920" marR="121920" marT="34285" marB="34285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   타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측정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JIG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</a:p>
                  </a:txBody>
                  <a:tcPr marL="121920" marR="121920" marT="34285" marB="34285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5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5D013FD-2A42-24AE-E60A-29F3624DFF8D}"/>
              </a:ext>
            </a:extLst>
          </p:cNvPr>
          <p:cNvSpPr txBox="1"/>
          <p:nvPr/>
        </p:nvSpPr>
        <p:spPr>
          <a:xfrm>
            <a:off x="572941" y="5787507"/>
            <a:ext cx="1229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 b="1" dirty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2</a:t>
            </a:r>
            <a:r>
              <a:rPr kumimoji="1" lang="ko-KR" altLang="en-US" sz="1400" b="1" dirty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차원 현미경</a:t>
            </a:r>
            <a:endParaRPr lang="ko-KR" altLang="en-US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FCCA7-A0E9-5757-8338-D3606CC2E6CE}"/>
              </a:ext>
            </a:extLst>
          </p:cNvPr>
          <p:cNvSpPr txBox="1"/>
          <p:nvPr/>
        </p:nvSpPr>
        <p:spPr>
          <a:xfrm>
            <a:off x="2455397" y="5735032"/>
            <a:ext cx="1385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 b="1" dirty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2</a:t>
            </a:r>
            <a:r>
              <a:rPr kumimoji="1" lang="ko-KR" altLang="en-US" sz="1400" b="1" dirty="0">
                <a:solidFill>
                  <a:srgbClr val="000099"/>
                </a:solidFill>
                <a:latin typeface="굴림" pitchFamily="50" charset="-127"/>
                <a:ea typeface="굴림" pitchFamily="50" charset="-127"/>
              </a:rPr>
              <a:t>차원 측정기</a:t>
            </a:r>
            <a:endParaRPr lang="ko-KR" altLang="en-US" sz="1400" dirty="0"/>
          </a:p>
        </p:txBody>
      </p:sp>
      <p:pic>
        <p:nvPicPr>
          <p:cNvPr id="22" name="Picture 7" descr="C:\Users\user\Downloads\라온하이테크로고.PNG">
            <a:extLst>
              <a:ext uri="{FF2B5EF4-FFF2-40B4-BE49-F238E27FC236}">
                <a16:creationId xmlns:a16="http://schemas.microsoft.com/office/drawing/2014/main" id="{E15BEC94-D48E-5280-1693-95BAF1E7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04" y="6107481"/>
            <a:ext cx="2371675" cy="631511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  <a:softEdge rad="1121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 descr="실내, 바닥, 책상, 가구이(가) 표시된 사진&#10;&#10;자동 생성된 설명">
            <a:extLst>
              <a:ext uri="{FF2B5EF4-FFF2-40B4-BE49-F238E27FC236}">
                <a16:creationId xmlns:a16="http://schemas.microsoft.com/office/drawing/2014/main" id="{CE1CB2BF-F4EF-289C-13AB-D4658E24EE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96243"/>
            <a:ext cx="3784854" cy="24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B77B-DEDD-C9AD-C4CF-1EE32702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">
            <a:extLst>
              <a:ext uri="{FF2B5EF4-FFF2-40B4-BE49-F238E27FC236}">
                <a16:creationId xmlns:a16="http://schemas.microsoft.com/office/drawing/2014/main" id="{25F6031C-0398-01BD-3B6B-A55795C1FC5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456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CAF66394-E1E5-4954-49DA-A31335D5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3. 3</a:t>
            </a:r>
            <a:r>
              <a:rPr lang="ko-KR" altLang="en-US" dirty="0"/>
              <a:t>차원 </a:t>
            </a:r>
            <a:r>
              <a:rPr lang="ko-KR" altLang="en-US" dirty="0" err="1"/>
              <a:t>측정실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83C92F7-EBD6-FEAE-98B2-7FF5258D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4A1389-D7C0-4483-1F5B-6835FADE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564C00C-28C0-4C92-F1CB-3612F433E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Picture 7" descr="C:\Users\user\Downloads\라온하이테크로고.PNG">
            <a:extLst>
              <a:ext uri="{FF2B5EF4-FFF2-40B4-BE49-F238E27FC236}">
                <a16:creationId xmlns:a16="http://schemas.microsoft.com/office/drawing/2014/main" id="{D8A14C3E-9DE7-56D7-46D3-242533D27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" y="6006875"/>
            <a:ext cx="2371675" cy="631511"/>
          </a:xfrm>
          <a:prstGeom prst="rect">
            <a:avLst/>
          </a:prstGeom>
          <a:noFill/>
          <a:ln>
            <a:noFill/>
          </a:ln>
          <a:effectLst>
            <a:softEdge rad="11214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8" descr="실내, 벽, 컴퓨터 모니터, 사무용품이(가) 표시된 사진&#10;&#10;자동 생성된 설명">
            <a:extLst>
              <a:ext uri="{FF2B5EF4-FFF2-40B4-BE49-F238E27FC236}">
                <a16:creationId xmlns:a16="http://schemas.microsoft.com/office/drawing/2014/main" id="{BF725E2A-6060-0985-F70A-1C51420CA1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11432"/>
            <a:ext cx="8064896" cy="501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8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400" dirty="0">
                <a:solidFill>
                  <a:schemeClr val="tx1"/>
                </a:solidFill>
              </a:rPr>
              <a:t>4. </a:t>
            </a:r>
            <a:r>
              <a:rPr lang="ko-KR" altLang="en-US" sz="2400" dirty="0" err="1">
                <a:solidFill>
                  <a:schemeClr val="tx1"/>
                </a:solidFill>
              </a:rPr>
              <a:t>라온하이테크</a:t>
            </a:r>
            <a:r>
              <a:rPr lang="ko-KR" altLang="en-US" sz="2400" dirty="0">
                <a:solidFill>
                  <a:schemeClr val="tx1"/>
                </a:solidFill>
              </a:rPr>
              <a:t> 조직 구성도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2" y="734567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" name="그룹 68"/>
          <p:cNvGrpSpPr>
            <a:grpSpLocks/>
          </p:cNvGrpSpPr>
          <p:nvPr/>
        </p:nvGrpSpPr>
        <p:grpSpPr bwMode="auto">
          <a:xfrm>
            <a:off x="270767" y="1866007"/>
            <a:ext cx="8637590" cy="2878412"/>
            <a:chOff x="798734" y="2039540"/>
            <a:chExt cx="7482928" cy="2878628"/>
          </a:xfrm>
        </p:grpSpPr>
        <p:sp>
          <p:nvSpPr>
            <p:cNvPr id="46" name="직사각형 45"/>
            <p:cNvSpPr/>
            <p:nvPr/>
          </p:nvSpPr>
          <p:spPr>
            <a:xfrm>
              <a:off x="3455787" y="2900030"/>
              <a:ext cx="2175701" cy="511213"/>
            </a:xfrm>
            <a:prstGeom prst="rect">
              <a:avLst/>
            </a:prstGeom>
            <a:solidFill>
              <a:srgbClr val="AFC3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생산 관리 및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Q.C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6100460" y="2900030"/>
              <a:ext cx="2175701" cy="511213"/>
            </a:xfrm>
            <a:prstGeom prst="rect">
              <a:avLst/>
            </a:prstGeom>
            <a:solidFill>
              <a:srgbClr val="AFC3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기술영업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804238" y="2900030"/>
              <a:ext cx="2175701" cy="511213"/>
            </a:xfrm>
            <a:prstGeom prst="rect">
              <a:avLst/>
            </a:prstGeom>
            <a:solidFill>
              <a:srgbClr val="AFC3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생산기술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3455787" y="3411243"/>
              <a:ext cx="2175701" cy="1059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endParaRPr lang="en-US" altLang="ko-KR" sz="11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도면 입수 및 견적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수입검사</a:t>
              </a:r>
              <a:endParaRPr lang="en-US" altLang="ko-KR" sz="11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이상엽 부장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(010-4899-0918)</a:t>
              </a:r>
            </a:p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민서희 주임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(010-4015-0468)</a:t>
              </a:r>
            </a:p>
            <a:p>
              <a:pPr algn="ctr">
                <a:defRPr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anyanglsy@naver.com</a:t>
              </a:r>
            </a:p>
            <a:p>
              <a:pPr algn="ctr">
                <a:defRPr/>
              </a:pP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6100460" y="3411243"/>
              <a:ext cx="2175701" cy="1059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영업 및 납품관리</a:t>
              </a:r>
              <a:endParaRPr lang="en-US" altLang="ko-KR" sz="11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이상엽 부장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(010-4899-0918)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04238" y="3411243"/>
              <a:ext cx="2175701" cy="1059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MCT , CNC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가공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798734" y="4470680"/>
              <a:ext cx="2175701" cy="3837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인원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: </a:t>
              </a:r>
              <a:r>
                <a:rPr lang="en-US" altLang="ko-KR" sz="1100" b="1" u="sng" dirty="0">
                  <a:solidFill>
                    <a:schemeClr val="tx1"/>
                  </a:solidFill>
                </a:rPr>
                <a:t>  8 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명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3460193" y="4406955"/>
              <a:ext cx="2175701" cy="5112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인원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: </a:t>
              </a:r>
              <a:r>
                <a:rPr lang="en-US" altLang="ko-KR" sz="1100" b="1" u="sng" dirty="0">
                  <a:solidFill>
                    <a:schemeClr val="tx1"/>
                  </a:solidFill>
                </a:rPr>
                <a:t>  2 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명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6105961" y="4406954"/>
              <a:ext cx="2175701" cy="5112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147" tIns="40074" rIns="80147" bIns="40074" anchor="ctr"/>
            <a:lstStyle/>
            <a:p>
              <a:pPr algn="ctr">
                <a:defRPr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인원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: </a:t>
              </a:r>
              <a:r>
                <a:rPr lang="en-US" altLang="ko-KR" sz="1100" b="1" u="sng" dirty="0">
                  <a:solidFill>
                    <a:schemeClr val="tx1"/>
                  </a:solidFill>
                </a:rPr>
                <a:t>  1 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명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직선 연결선 62"/>
            <p:cNvCxnSpPr/>
            <p:nvPr/>
          </p:nvCxnSpPr>
          <p:spPr>
            <a:xfrm>
              <a:off x="4539512" y="2309436"/>
              <a:ext cx="196528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꺾인 연결선 64"/>
            <p:cNvCxnSpPr>
              <a:stCxn id="48" idx="0"/>
              <a:endCxn id="47" idx="0"/>
            </p:cNvCxnSpPr>
            <p:nvPr/>
          </p:nvCxnSpPr>
          <p:spPr>
            <a:xfrm rot="5400000" flipH="1" flipV="1">
              <a:off x="4540038" y="252606"/>
              <a:ext cx="12701" cy="5294847"/>
            </a:xfrm>
            <a:prstGeom prst="bentConnector3">
              <a:avLst>
                <a:gd name="adj1" fmla="val 1800000"/>
              </a:avLst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>
              <a:endCxn id="46" idx="0"/>
            </p:cNvCxnSpPr>
            <p:nvPr/>
          </p:nvCxnSpPr>
          <p:spPr>
            <a:xfrm>
              <a:off x="4543637" y="2039540"/>
              <a:ext cx="0" cy="86049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직각 삼각형 67"/>
            <p:cNvSpPr/>
            <p:nvPr/>
          </p:nvSpPr>
          <p:spPr>
            <a:xfrm rot="16200000">
              <a:off x="7892554" y="3027637"/>
              <a:ext cx="255607" cy="511606"/>
            </a:xfrm>
            <a:prstGeom prst="rtTriangle">
              <a:avLst/>
            </a:prstGeom>
            <a:solidFill>
              <a:srgbClr val="5069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69" name="직각 삼각형 68"/>
            <p:cNvSpPr/>
            <p:nvPr/>
          </p:nvSpPr>
          <p:spPr>
            <a:xfrm rot="16200000" flipH="1" flipV="1">
              <a:off x="6227773" y="2772717"/>
              <a:ext cx="255606" cy="510231"/>
            </a:xfrm>
            <a:prstGeom prst="rtTriangle">
              <a:avLst/>
            </a:prstGeom>
            <a:solidFill>
              <a:srgbClr val="87A5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70" name="직각 삼각형 69"/>
            <p:cNvSpPr/>
            <p:nvPr/>
          </p:nvSpPr>
          <p:spPr>
            <a:xfrm rot="16200000">
              <a:off x="5248570" y="3028324"/>
              <a:ext cx="255607" cy="510231"/>
            </a:xfrm>
            <a:prstGeom prst="rtTriangle">
              <a:avLst/>
            </a:prstGeom>
            <a:solidFill>
              <a:srgbClr val="5069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71" name="직각 삼각형 70"/>
            <p:cNvSpPr/>
            <p:nvPr/>
          </p:nvSpPr>
          <p:spPr>
            <a:xfrm rot="16200000" flipH="1" flipV="1">
              <a:off x="3583099" y="2772718"/>
              <a:ext cx="255606" cy="510230"/>
            </a:xfrm>
            <a:prstGeom prst="rtTriangle">
              <a:avLst/>
            </a:prstGeom>
            <a:solidFill>
              <a:srgbClr val="87A5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72" name="직각 삼각형 71"/>
            <p:cNvSpPr/>
            <p:nvPr/>
          </p:nvSpPr>
          <p:spPr>
            <a:xfrm rot="16200000">
              <a:off x="2597020" y="3028324"/>
              <a:ext cx="255607" cy="510231"/>
            </a:xfrm>
            <a:prstGeom prst="rtTriangle">
              <a:avLst/>
            </a:prstGeom>
            <a:solidFill>
              <a:srgbClr val="5069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73" name="직각 삼각형 72"/>
            <p:cNvSpPr/>
            <p:nvPr/>
          </p:nvSpPr>
          <p:spPr>
            <a:xfrm rot="16200000" flipH="1" flipV="1">
              <a:off x="932237" y="2772030"/>
              <a:ext cx="255606" cy="511606"/>
            </a:xfrm>
            <a:prstGeom prst="rtTriangle">
              <a:avLst/>
            </a:prstGeom>
            <a:solidFill>
              <a:srgbClr val="87A5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100" b="1">
                <a:solidFill>
                  <a:schemeClr val="tx1"/>
                </a:solidFill>
              </a:endParaRPr>
            </a:p>
          </p:txBody>
        </p:sp>
      </p:grpSp>
      <p:sp>
        <p:nvSpPr>
          <p:cNvPr id="84" name="직사각형 83"/>
          <p:cNvSpPr/>
          <p:nvPr/>
        </p:nvSpPr>
        <p:spPr bwMode="auto">
          <a:xfrm>
            <a:off x="3340995" y="1396007"/>
            <a:ext cx="2511425" cy="511175"/>
          </a:xfrm>
          <a:prstGeom prst="rect">
            <a:avLst/>
          </a:prstGeom>
          <a:solidFill>
            <a:srgbClr val="AFC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47" tIns="40074" rIns="80147" bIns="40074" anchor="ctr"/>
          <a:lstStyle/>
          <a:p>
            <a:pPr algn="ctr">
              <a:defRPr/>
            </a:pPr>
            <a:r>
              <a:rPr lang="ko-KR" altLang="en-US" sz="1100" b="1" dirty="0">
                <a:solidFill>
                  <a:schemeClr val="tx1"/>
                </a:solidFill>
              </a:rPr>
              <a:t>대표이사</a:t>
            </a:r>
          </a:p>
        </p:txBody>
      </p:sp>
      <p:sp>
        <p:nvSpPr>
          <p:cNvPr id="85" name="직각 삼각형 84"/>
          <p:cNvSpPr/>
          <p:nvPr/>
        </p:nvSpPr>
        <p:spPr bwMode="auto">
          <a:xfrm rot="16200000">
            <a:off x="5430145" y="1484907"/>
            <a:ext cx="255588" cy="588963"/>
          </a:xfrm>
          <a:prstGeom prst="rtTriangle">
            <a:avLst/>
          </a:prstGeom>
          <a:solidFill>
            <a:srgbClr val="506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86" name="직각 삼각형 85"/>
          <p:cNvSpPr/>
          <p:nvPr/>
        </p:nvSpPr>
        <p:spPr bwMode="auto">
          <a:xfrm rot="16200000" flipH="1" flipV="1">
            <a:off x="3507682" y="1229320"/>
            <a:ext cx="255587" cy="588962"/>
          </a:xfrm>
          <a:prstGeom prst="rtTriangle">
            <a:avLst/>
          </a:prstGeom>
          <a:solidFill>
            <a:srgbClr val="87A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6396933" y="1866007"/>
            <a:ext cx="2511425" cy="511175"/>
          </a:xfrm>
          <a:prstGeom prst="rect">
            <a:avLst/>
          </a:prstGeom>
          <a:solidFill>
            <a:srgbClr val="AFC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47" tIns="40074" rIns="80147" bIns="40074" anchor="ctr"/>
          <a:lstStyle/>
          <a:p>
            <a:pPr algn="ctr">
              <a:defRPr/>
            </a:pPr>
            <a:r>
              <a:rPr lang="ko-KR" altLang="en-US" sz="1100" b="1" dirty="0">
                <a:solidFill>
                  <a:schemeClr val="tx1"/>
                </a:solidFill>
              </a:rPr>
              <a:t>총무 회계</a:t>
            </a:r>
          </a:p>
        </p:txBody>
      </p:sp>
      <p:sp>
        <p:nvSpPr>
          <p:cNvPr id="35" name="직각 삼각형 34"/>
          <p:cNvSpPr/>
          <p:nvPr/>
        </p:nvSpPr>
        <p:spPr bwMode="auto">
          <a:xfrm rot="16200000">
            <a:off x="8486083" y="1954907"/>
            <a:ext cx="255588" cy="588963"/>
          </a:xfrm>
          <a:prstGeom prst="rtTriangle">
            <a:avLst/>
          </a:prstGeom>
          <a:solidFill>
            <a:srgbClr val="506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36" name="직각 삼각형 35"/>
          <p:cNvSpPr/>
          <p:nvPr/>
        </p:nvSpPr>
        <p:spPr bwMode="auto">
          <a:xfrm rot="16200000" flipH="1" flipV="1">
            <a:off x="6563620" y="1699320"/>
            <a:ext cx="255587" cy="588962"/>
          </a:xfrm>
          <a:prstGeom prst="rtTriangle">
            <a:avLst/>
          </a:prstGeom>
          <a:solidFill>
            <a:srgbClr val="87A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285057" y="1866006"/>
            <a:ext cx="2511425" cy="511175"/>
          </a:xfrm>
          <a:prstGeom prst="rect">
            <a:avLst/>
          </a:prstGeom>
          <a:solidFill>
            <a:srgbClr val="AFC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147" tIns="40074" rIns="80147" bIns="40074" anchor="ctr"/>
          <a:lstStyle/>
          <a:p>
            <a:pPr algn="ctr">
              <a:defRPr/>
            </a:pPr>
            <a:r>
              <a:rPr lang="ko-KR" altLang="en-US" sz="1100" b="1" dirty="0">
                <a:solidFill>
                  <a:schemeClr val="tx1"/>
                </a:solidFill>
              </a:rPr>
              <a:t>연구개발 전담부서</a:t>
            </a:r>
          </a:p>
        </p:txBody>
      </p:sp>
      <p:sp>
        <p:nvSpPr>
          <p:cNvPr id="39" name="직각 삼각형 38"/>
          <p:cNvSpPr/>
          <p:nvPr/>
        </p:nvSpPr>
        <p:spPr bwMode="auto">
          <a:xfrm rot="16200000">
            <a:off x="2374207" y="1954906"/>
            <a:ext cx="255588" cy="588963"/>
          </a:xfrm>
          <a:prstGeom prst="rtTriangle">
            <a:avLst/>
          </a:prstGeom>
          <a:solidFill>
            <a:srgbClr val="506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40" name="직각 삼각형 39"/>
          <p:cNvSpPr/>
          <p:nvPr/>
        </p:nvSpPr>
        <p:spPr bwMode="auto">
          <a:xfrm rot="16200000" flipH="1" flipV="1">
            <a:off x="451744" y="1699319"/>
            <a:ext cx="255587" cy="588962"/>
          </a:xfrm>
          <a:prstGeom prst="rtTriangle">
            <a:avLst/>
          </a:prstGeom>
          <a:solidFill>
            <a:srgbClr val="87A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b="1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/>
          <p:nvPr/>
        </p:nvCxnSpPr>
        <p:spPr bwMode="auto">
          <a:xfrm>
            <a:off x="2330081" y="2135883"/>
            <a:ext cx="226853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  </a:t>
            </a:r>
            <a:r>
              <a:rPr lang="ko-KR" altLang="en-US" sz="2500" dirty="0">
                <a:solidFill>
                  <a:schemeClr val="tx1"/>
                </a:solidFill>
              </a:rPr>
              <a:t>출하검수 확인사항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0694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51520" y="4823445"/>
            <a:ext cx="849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* </a:t>
            </a:r>
            <a:r>
              <a:rPr lang="ko-KR" altLang="en-US" sz="1200" b="1" dirty="0"/>
              <a:t>모든 검사는 측정용 도면을 사용하고 제품과 같이 고객 사에 제공한다</a:t>
            </a:r>
            <a:r>
              <a:rPr lang="en-US" altLang="ko-KR" sz="1200" b="1" dirty="0"/>
              <a:t>.</a:t>
            </a:r>
          </a:p>
          <a:p>
            <a:endParaRPr lang="en-US" altLang="ko-KR" sz="1200" b="1" dirty="0"/>
          </a:p>
          <a:p>
            <a:r>
              <a:rPr lang="en-US" altLang="ko-KR" sz="1200" b="1" dirty="0"/>
              <a:t>* </a:t>
            </a:r>
            <a:r>
              <a:rPr lang="ko-KR" altLang="en-US" sz="1200" b="1" dirty="0"/>
              <a:t>검수 자는 기본 품질 검사항목을 반드시 준수한다</a:t>
            </a:r>
            <a:r>
              <a:rPr lang="en-US" altLang="ko-KR" sz="1200" b="1" dirty="0"/>
              <a:t>.</a:t>
            </a:r>
            <a:r>
              <a:rPr lang="ko-KR" altLang="en-US" sz="1200" b="1" dirty="0"/>
              <a:t> </a:t>
            </a:r>
            <a:endParaRPr lang="en-US" altLang="ko-KR" sz="1200" b="1" dirty="0"/>
          </a:p>
          <a:p>
            <a:endParaRPr lang="en-US" altLang="ko-KR" sz="1200" b="1" dirty="0"/>
          </a:p>
          <a:p>
            <a:r>
              <a:rPr lang="en-US" altLang="ko-KR" sz="1200" b="1" dirty="0"/>
              <a:t>* </a:t>
            </a:r>
            <a:r>
              <a:rPr lang="ko-KR" altLang="en-US" sz="1200" b="1" dirty="0"/>
              <a:t>모든 제품 </a:t>
            </a:r>
            <a:r>
              <a:rPr lang="en-US" altLang="ko-KR" sz="1200" b="1" dirty="0"/>
              <a:t>TEG </a:t>
            </a:r>
            <a:r>
              <a:rPr lang="ko-KR" altLang="en-US" sz="1200" b="1" dirty="0"/>
              <a:t>부착 후 출하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10418"/>
              </p:ext>
            </p:extLst>
          </p:nvPr>
        </p:nvGraphicFramePr>
        <p:xfrm>
          <a:off x="251520" y="908720"/>
          <a:ext cx="8640960" cy="3744417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2285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1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기본 검 사 항 목</a:t>
                      </a:r>
                      <a:endParaRPr lang="ko-KR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검사 방식 및 조건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4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외         관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변형 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휨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뒤틀림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없을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외관상 얼룩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스크래치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찍힘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파손 없을 것 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Tap,Hole</a:t>
                      </a:r>
                      <a:r>
                        <a:rPr 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주변 </a:t>
                      </a:r>
                      <a:r>
                        <a:rPr 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Bur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없을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면취후 날카로움 없을것 </a:t>
                      </a:r>
                      <a:endParaRPr lang="ko-KR" alt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형         상</a:t>
                      </a:r>
                      <a:endParaRPr lang="ko-KR" alt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전수 도면과 동일할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후   처   리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전수 사양과 동일할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후처리 후 표면 얼룩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변색 없을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도장 작업 시 각종 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Tap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재 작업하여 조립 시 이상 없을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정 밀 치 수</a:t>
                      </a:r>
                      <a:endParaRPr lang="ko-KR" alt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전수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정밀공차 부 도면치수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측정 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도면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제출할 것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제작 수량</a:t>
                      </a:r>
                      <a:endParaRPr lang="ko-KR" alt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전수 도면과 동일할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제품 포장</a:t>
                      </a:r>
                      <a:endParaRPr lang="ko-KR" alt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개별 포장으로 파손</a:t>
                      </a:r>
                      <a:r>
                        <a:rPr lang="en-US" altLang="ko-KR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,</a:t>
                      </a:r>
                      <a:r>
                        <a:rPr lang="ko-KR" altLang="en-US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스크래치 방지 할 것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굴림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1026" name="Picture 2" descr="C:\Users\이해동\Desktop\KakaoTalk_20220616_09402144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660233" y="4077070"/>
            <a:ext cx="1584175" cy="288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7887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" name="Group 10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2340997"/>
              </p:ext>
            </p:extLst>
          </p:nvPr>
        </p:nvGraphicFramePr>
        <p:xfrm>
          <a:off x="179512" y="980728"/>
          <a:ext cx="8568952" cy="48470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5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7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30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Machine Name             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Spec(Size)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Maker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Q’ty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(15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호기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3073*1549*279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Hass(U.S.A.)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 Sets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0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(DNM 4500)</a:t>
                      </a: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800*450*510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두산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 Set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(VF-3)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1016*508*635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Hass(U.S.A.)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 Set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7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</a:t>
                      </a:r>
                      <a:r>
                        <a:rPr kumimoji="1" lang="en-US" altLang="ko-KR" sz="1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(VF-9)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2134*1016*762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Hass(U.S.A.)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 Set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17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(5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호기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530*510*1060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Daewoo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 Set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(6.5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호기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600*650*1020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두산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 Set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(MINI MILL)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500*300*450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Hass(U.S.A.)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 Sets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itchFamily="50" charset="-127"/>
                        </a:rPr>
                        <a:t>TURN MILL</a:t>
                      </a: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itchFamily="50" charset="-127"/>
                        </a:rPr>
                        <a:t>8 INCH</a:t>
                      </a: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itchFamily="50" charset="-127"/>
                        </a:rPr>
                        <a:t>두산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itchFamily="50" charset="-127"/>
                        </a:rPr>
                        <a:t>1 SET</a:t>
                      </a: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0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47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Machining Center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(23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호기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4000X2300X700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Taiwan / hart ford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 Set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21938" marR="121938" marT="34288" marB="34288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5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0694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327217"/>
              </p:ext>
            </p:extLst>
          </p:nvPr>
        </p:nvGraphicFramePr>
        <p:xfrm>
          <a:off x="4457650" y="2996952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HART FOLD HAS-230EAY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4000 X 2300 X 700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문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A14FBF9F-4B12-7CAD-D646-E0B0E2670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011552"/>
            <a:ext cx="4064422" cy="318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5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7246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2" descr="gr5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60848"/>
            <a:ext cx="3530600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9041496"/>
              </p:ext>
            </p:extLst>
          </p:nvPr>
        </p:nvGraphicFramePr>
        <p:xfrm>
          <a:off x="4572000" y="3068960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HASS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   GR-510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3073 X 1549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X H279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26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5" descr="사진 0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875" y="1160463"/>
            <a:ext cx="4165600" cy="2555875"/>
          </a:xfrm>
          <a:prstGeom prst="rect">
            <a:avLst/>
          </a:prstGeom>
        </p:spPr>
      </p:pic>
      <p:graphicFrame>
        <p:nvGraphicFramePr>
          <p:cNvPr id="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045320"/>
              </p:ext>
            </p:extLst>
          </p:nvPr>
        </p:nvGraphicFramePr>
        <p:xfrm>
          <a:off x="4643438" y="1412875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HASS    VF-9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2134 X 1016 X H762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788085"/>
            <a:ext cx="3312368" cy="2291634"/>
          </a:xfrm>
          <a:prstGeom prst="rect">
            <a:avLst/>
          </a:prstGeom>
        </p:spPr>
      </p:pic>
      <p:graphicFrame>
        <p:nvGraphicFramePr>
          <p:cNvPr id="12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935953"/>
              </p:ext>
            </p:extLst>
          </p:nvPr>
        </p:nvGraphicFramePr>
        <p:xfrm>
          <a:off x="4644008" y="4077072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SIDE DRILL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1630 X 930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SIDE DRILL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91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378960"/>
              </p:ext>
            </p:extLst>
          </p:nvPr>
        </p:nvGraphicFramePr>
        <p:xfrm>
          <a:off x="4643438" y="1628800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DNM 4500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800 X 450 X H510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73" y="3791135"/>
            <a:ext cx="2663651" cy="1943371"/>
          </a:xfrm>
          <a:prstGeom prst="rect">
            <a:avLst/>
          </a:prstGeom>
        </p:spPr>
      </p:pic>
      <p:graphicFrame>
        <p:nvGraphicFramePr>
          <p:cNvPr id="12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9609138"/>
              </p:ext>
            </p:extLst>
          </p:nvPr>
        </p:nvGraphicFramePr>
        <p:xfrm>
          <a:off x="4644008" y="3933056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MYNX 6500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1270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X 670 X H625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2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AFEE5A8-A56C-345E-4DF2-E477E40A7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16" y="1428454"/>
            <a:ext cx="2512640" cy="17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54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8" descr="VF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" y="3741738"/>
            <a:ext cx="4392613" cy="2279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6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775" y="1196975"/>
            <a:ext cx="4441825" cy="2544763"/>
          </a:xfrm>
          <a:prstGeom prst="rect">
            <a:avLst/>
          </a:prstGeom>
          <a:noFill/>
        </p:spPr>
      </p:pic>
      <p:graphicFrame>
        <p:nvGraphicFramePr>
          <p:cNvPr id="15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439776"/>
              </p:ext>
            </p:extLst>
          </p:nvPr>
        </p:nvGraphicFramePr>
        <p:xfrm>
          <a:off x="4643438" y="1412875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HASS    SUPER MILL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500 X 300 X H450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2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1082334"/>
              </p:ext>
            </p:extLst>
          </p:nvPr>
        </p:nvGraphicFramePr>
        <p:xfrm>
          <a:off x="4643438" y="4149725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HASS    VF-3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TABLE</a:t>
                      </a:r>
                      <a:r>
                        <a:rPr lang="en-US" altLang="ko-KR" sz="1200" b="1" baseline="0" dirty="0">
                          <a:solidFill>
                            <a:srgbClr val="000099"/>
                          </a:solidFill>
                        </a:rPr>
                        <a:t> SIZE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1016 X 508 X H635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TYPE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수직 형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Machining Center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908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13" y="734566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8932327"/>
              </p:ext>
            </p:extLst>
          </p:nvPr>
        </p:nvGraphicFramePr>
        <p:xfrm>
          <a:off x="4860032" y="2636912"/>
          <a:ext cx="40132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두산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PUMA GT2100M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척 사이즈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8 INCH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최대 </a:t>
                      </a:r>
                      <a:r>
                        <a:rPr lang="ko-KR" altLang="en-US" sz="1200" b="1" dirty="0" err="1">
                          <a:solidFill>
                            <a:srgbClr val="000099"/>
                          </a:solidFill>
                        </a:rPr>
                        <a:t>가공경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300 MM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4013200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05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43" name="그림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366803"/>
              </p:ext>
            </p:extLst>
          </p:nvPr>
        </p:nvGraphicFramePr>
        <p:xfrm>
          <a:off x="4860032" y="2636912"/>
          <a:ext cx="4013200" cy="156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레이저 </a:t>
                      </a:r>
                      <a:r>
                        <a:rPr lang="ko-KR" altLang="en-US" sz="1200" b="1" dirty="0" err="1">
                          <a:solidFill>
                            <a:srgbClr val="000099"/>
                          </a:solidFill>
                        </a:rPr>
                        <a:t>마킹기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rgbClr val="000099"/>
                          </a:solidFill>
                        </a:rPr>
                        <a:t>마킹영역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110X110mm / 210X210mm / 280X280mm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출력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30 / 60 / 100 WATT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DF5E552-8C1F-4960-B02C-FE49AC227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12" y="3414712"/>
            <a:ext cx="28575" cy="28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D7F4D1-B555-70DE-90E7-27BCFC5FF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08" y="1585367"/>
            <a:ext cx="3036266" cy="415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2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20A7-6772-5D36-445D-B5D17946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51374-A41D-B629-E255-24A8F1725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16632"/>
            <a:ext cx="8064896" cy="553998"/>
          </a:xfrm>
        </p:spPr>
        <p:txBody>
          <a:bodyPr/>
          <a:lstStyle/>
          <a:p>
            <a:r>
              <a:rPr lang="en-US" altLang="ko-KR" sz="2500" dirty="0">
                <a:solidFill>
                  <a:schemeClr val="tx1"/>
                </a:solidFill>
              </a:rPr>
              <a:t>5. </a:t>
            </a:r>
            <a:r>
              <a:rPr lang="ko-KR" altLang="en-US" sz="2500" dirty="0">
                <a:solidFill>
                  <a:schemeClr val="tx1"/>
                </a:solidFill>
              </a:rPr>
              <a:t>설비 보유현황</a:t>
            </a:r>
          </a:p>
        </p:txBody>
      </p:sp>
      <p:sp>
        <p:nvSpPr>
          <p:cNvPr id="25" name="바닥글 개체 틀 24">
            <a:extLst>
              <a:ext uri="{FF2B5EF4-FFF2-40B4-BE49-F238E27FC236}">
                <a16:creationId xmlns:a16="http://schemas.microsoft.com/office/drawing/2014/main" id="{5A2DDD19-25BE-347B-7067-BED99EE1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www.raonht.com</a:t>
            </a:r>
            <a:endParaRPr lang="ko-KR" altLang="en-US" dirty="0"/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11B98F49-B6E6-9A8C-8327-9169A652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43" name="그림 4">
            <a:extLst>
              <a:ext uri="{FF2B5EF4-FFF2-40B4-BE49-F238E27FC236}">
                <a16:creationId xmlns:a16="http://schemas.microsoft.com/office/drawing/2014/main" id="{A01400D6-DA18-F63F-A6FC-BE78CF7B461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5"/>
            <a:ext cx="9144000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user\Downloads\라온하이테크로고.PNG">
            <a:extLst>
              <a:ext uri="{FF2B5EF4-FFF2-40B4-BE49-F238E27FC236}">
                <a16:creationId xmlns:a16="http://schemas.microsoft.com/office/drawing/2014/main" id="{7D4E9037-5094-4D8C-41DC-06100DEE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9719"/>
            <a:ext cx="2371675" cy="6315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내용 개체 틀 7">
            <a:extLst>
              <a:ext uri="{FF2B5EF4-FFF2-40B4-BE49-F238E27FC236}">
                <a16:creationId xmlns:a16="http://schemas.microsoft.com/office/drawing/2014/main" id="{A2C87B7C-90BE-0616-0F21-743DC0D29B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6219545"/>
              </p:ext>
            </p:extLst>
          </p:nvPr>
        </p:nvGraphicFramePr>
        <p:xfrm>
          <a:off x="4860032" y="2636912"/>
          <a:ext cx="4013200" cy="123493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MODEL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차원 측정기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측정영역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700 X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800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X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500</a:t>
                      </a:r>
                      <a:endParaRPr lang="ko-KR" altLang="en-US" sz="1200" b="1" dirty="0">
                        <a:solidFill>
                          <a:srgbClr val="00009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보유 대 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99"/>
                          </a:solidFill>
                        </a:rPr>
                        <a:t>1 </a:t>
                      </a:r>
                      <a:r>
                        <a:rPr lang="ko-KR" altLang="en-US" sz="1200" b="1" dirty="0">
                          <a:solidFill>
                            <a:srgbClr val="000099"/>
                          </a:solidFill>
                        </a:rPr>
                        <a:t>대 운용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CC2B36F-1435-F3C6-4417-A33B084A0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12" y="3414712"/>
            <a:ext cx="28575" cy="285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5A0FA5-AF0E-150F-FC76-CAE6DBD98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91" y="1948048"/>
            <a:ext cx="32194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43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740739"/>
              </p:ext>
            </p:extLst>
          </p:nvPr>
        </p:nvGraphicFramePr>
        <p:xfrm>
          <a:off x="504031" y="5445224"/>
          <a:ext cx="8135937" cy="103655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7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주소</a:t>
                      </a:r>
                      <a:endParaRPr lang="ko-KR" altLang="en-US" sz="1100" b="1" dirty="0">
                        <a:solidFill>
                          <a:srgbClr val="000099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/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경기도 화성시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정남면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괘랑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번길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30-3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)18516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담당자</a:t>
                      </a:r>
                      <a:endParaRPr lang="ko-KR" altLang="en-US" sz="1100" b="1" dirty="0">
                        <a:solidFill>
                          <a:srgbClr val="000099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/>
                        <a:t> 이상엽 부장 </a:t>
                      </a:r>
                      <a:r>
                        <a:rPr lang="en-US" altLang="ko-KR" sz="1100" b="1" dirty="0"/>
                        <a:t>( 010-4899-0918</a:t>
                      </a:r>
                      <a:r>
                        <a:rPr lang="en-US" altLang="ko-KR" sz="1100" b="1" baseline="0" dirty="0"/>
                        <a:t> ) </a:t>
                      </a:r>
                      <a:endParaRPr lang="en-US" altLang="ko-KR" sz="1100" b="1" dirty="0"/>
                    </a:p>
                  </a:txBody>
                  <a:tcPr marL="91429" marR="91429" marT="45749" marB="4574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E-MAIL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/>
                        <a:t> anyanglsy@naver.com</a:t>
                      </a:r>
                      <a:endParaRPr lang="ko-KR" altLang="en-US" sz="1100" b="1" dirty="0">
                        <a:solidFill>
                          <a:srgbClr val="000099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FAX</a:t>
                      </a:r>
                      <a:endParaRPr lang="ko-KR" altLang="en-US" sz="1100" b="1" dirty="0">
                        <a:solidFill>
                          <a:srgbClr val="000099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/>
                        <a:t> 031-353-0966</a:t>
                      </a:r>
                      <a:endParaRPr lang="ko-KR" altLang="en-US" sz="1100" b="1" dirty="0">
                        <a:solidFill>
                          <a:srgbClr val="000099"/>
                        </a:solidFill>
                        <a:latin typeface="+mn-ea"/>
                        <a:ea typeface="+mn-ea"/>
                      </a:endParaRPr>
                    </a:p>
                  </a:txBody>
                  <a:tcPr marL="91429" marR="91429" marT="45749" marB="4574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EDD9212-6B36-32B1-ABE2-30FDC932E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16632"/>
            <a:ext cx="9055102" cy="50206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99349747-F148-DB50-8D72-6A19245FB8BD}"/>
                  </a:ext>
                </a:extLst>
              </p14:cNvPr>
              <p14:cNvContentPartPr/>
              <p14:nvPr/>
            </p14:nvContentPartPr>
            <p14:xfrm>
              <a:off x="1331640" y="836712"/>
              <a:ext cx="3157560" cy="39398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99349747-F148-DB50-8D72-6A19245FB8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4000" y="818712"/>
                <a:ext cx="3193200" cy="397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3064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1843261" y="5373216"/>
            <a:ext cx="5436096" cy="1015663"/>
          </a:xfrm>
        </p:spPr>
        <p:txBody>
          <a:bodyPr/>
          <a:lstStyle/>
          <a:p>
            <a:r>
              <a:rPr lang="ko-KR" altLang="en-US" sz="6000" dirty="0"/>
              <a:t>감사합니다</a:t>
            </a:r>
            <a:r>
              <a:rPr lang="en-US" altLang="ko-KR" sz="6000" dirty="0"/>
              <a:t>.</a:t>
            </a:r>
            <a:endParaRPr lang="ko-KR" altLang="en-US" sz="6000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www.raonht.com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제목 5"/>
          <p:cNvSpPr txBox="1">
            <a:spLocks/>
          </p:cNvSpPr>
          <p:nvPr/>
        </p:nvSpPr>
        <p:spPr>
          <a:xfrm>
            <a:off x="96813" y="1340768"/>
            <a:ext cx="892899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 extrusionH="57150" prstMaterial="metal">
              <a:bevelT w="38100" h="25400" prst="coolSlant"/>
              <a:contourClr>
                <a:schemeClr val="bg2"/>
              </a:contourClr>
            </a:sp3d>
          </a:bodyPr>
          <a:lstStyle>
            <a:lvl1pPr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7500" b="0" i="1" kern="1200" cap="none" spc="0" dirty="0">
                <a:ln w="3175">
                  <a:noFill/>
                </a:ln>
                <a:solidFill>
                  <a:srgbClr val="133BB9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z="6000" dirty="0"/>
              <a:t>경쟁력 있는 단가</a:t>
            </a:r>
            <a:endParaRPr lang="en-US" altLang="ko-KR" sz="6000" dirty="0"/>
          </a:p>
          <a:p>
            <a:r>
              <a:rPr lang="ko-KR" altLang="en-US" sz="6000" dirty="0"/>
              <a:t>경쟁력 있는 품질로</a:t>
            </a:r>
            <a:endParaRPr lang="en-US" altLang="ko-KR" sz="6000" dirty="0"/>
          </a:p>
          <a:p>
            <a:r>
              <a:rPr lang="ko-KR" altLang="en-US" sz="6000" dirty="0"/>
              <a:t>보답 하겠습니다</a:t>
            </a:r>
            <a:r>
              <a:rPr lang="en-US" altLang="ko-KR" sz="6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854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12626</TotalTime>
  <Words>1007</Words>
  <Application>Microsoft Office PowerPoint</Application>
  <PresentationFormat>화면 슬라이드 쇼(4:3)</PresentationFormat>
  <Paragraphs>353</Paragraphs>
  <Slides>21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HY견고딕</vt:lpstr>
      <vt:lpstr>HY헤드라인M</vt:lpstr>
      <vt:lpstr>굴림</vt:lpstr>
      <vt:lpstr>굴림체</vt:lpstr>
      <vt:lpstr>돋움</vt:lpstr>
      <vt:lpstr>맑은 고딕</vt:lpstr>
      <vt:lpstr>Arial</vt:lpstr>
      <vt:lpstr>Wingdings</vt:lpstr>
      <vt:lpstr>Office 테마</vt:lpstr>
      <vt:lpstr>RAON HI-TECH 회사 소개서</vt:lpstr>
      <vt:lpstr>PowerPoint 프레젠테이션</vt:lpstr>
      <vt:lpstr>PowerPoint 프레젠테이션</vt:lpstr>
      <vt:lpstr>2. 회사 전경 외부</vt:lpstr>
      <vt:lpstr>2. 회사 전경 내부 </vt:lpstr>
      <vt:lpstr>2. 회사 전경 내부 </vt:lpstr>
      <vt:lpstr>3. 측정실 내부 전경 및 보유현황</vt:lpstr>
      <vt:lpstr>3. 3차원 측정실 </vt:lpstr>
      <vt:lpstr>4. 라온하이테크 조직 구성도</vt:lpstr>
      <vt:lpstr>  출하검수 확인사항</vt:lpstr>
      <vt:lpstr>5. 설비 보유현황</vt:lpstr>
      <vt:lpstr>5. 설비 보유현황</vt:lpstr>
      <vt:lpstr>5. 설비 보유현황</vt:lpstr>
      <vt:lpstr>5. 설비 보유현황</vt:lpstr>
      <vt:lpstr>5. 설비 보유현황</vt:lpstr>
      <vt:lpstr>5. 설비 보유현황</vt:lpstr>
      <vt:lpstr>5. 설비 보유현황</vt:lpstr>
      <vt:lpstr>5. 설비 보유현황</vt:lpstr>
      <vt:lpstr>5. 설비 보유현황</vt:lpstr>
      <vt:lpstr>PowerPoint 프레젠테이션</vt:lpstr>
      <vt:lpstr>감사합니다.</vt:lpstr>
    </vt:vector>
  </TitlesOfParts>
  <Company>(주)예스폼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예스폼 프리미엄 템플릿</dc:title>
  <dc:creator>문서서식 예스폼(www.yesform.com) 김다혜</dc:creator>
  <cp:keywords>www.yesform.com</cp:keywords>
  <dc:description>본 문서의 저작권은 예스폼(yesform)에 있으며
무단 복제 배포시 법적인 제재를 받을 수 있습니다.</dc:description>
  <cp:lastModifiedBy>Darlene King</cp:lastModifiedBy>
  <cp:revision>1190</cp:revision>
  <cp:lastPrinted>2025-12-10T00:53:49Z</cp:lastPrinted>
  <dcterms:created xsi:type="dcterms:W3CDTF">2010-02-01T08:03:16Z</dcterms:created>
  <dcterms:modified xsi:type="dcterms:W3CDTF">2026-04-14T07:25:22Z</dcterms:modified>
</cp:coreProperties>
</file>